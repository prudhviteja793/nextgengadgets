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5.png"/><Relationship Id="rId7" Type="http://schemas.openxmlformats.org/officeDocument/2006/relationships/image" Target="../media/image1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9.png"/><Relationship Id="rId7" Type="http://schemas.openxmlformats.org/officeDocument/2006/relationships/image" Target="../media/image37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20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32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56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5.png"/><Relationship Id="rId7" Type="http://schemas.openxmlformats.org/officeDocument/2006/relationships/image" Target="../media/image1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9.png"/><Relationship Id="rId7" Type="http://schemas.openxmlformats.org/officeDocument/2006/relationships/image" Target="../media/image37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20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32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56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40A2F-0094-4F9C-83F7-B655F6C6F8C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F80638-01DA-48FF-B95F-55A44857A5E6}">
      <dgm:prSet/>
      <dgm:spPr/>
      <dgm:t>
        <a:bodyPr/>
        <a:lstStyle/>
        <a:p>
          <a:pPr>
            <a:defRPr cap="all"/>
          </a:pPr>
          <a:r>
            <a:rPr lang="en-US"/>
            <a:t>Web-based e-commerce platform for consumer electronics</a:t>
          </a:r>
        </a:p>
      </dgm:t>
    </dgm:pt>
    <dgm:pt modelId="{E0648C05-97B4-4362-972D-42D9A332A273}" type="parTrans" cxnId="{8FE94AC1-5D8D-43E5-B9CE-45587051D8E6}">
      <dgm:prSet/>
      <dgm:spPr/>
      <dgm:t>
        <a:bodyPr/>
        <a:lstStyle/>
        <a:p>
          <a:endParaRPr lang="en-US"/>
        </a:p>
      </dgm:t>
    </dgm:pt>
    <dgm:pt modelId="{62E6FF9F-72EC-4666-A985-0883B1440575}" type="sibTrans" cxnId="{8FE94AC1-5D8D-43E5-B9CE-45587051D8E6}">
      <dgm:prSet/>
      <dgm:spPr/>
      <dgm:t>
        <a:bodyPr/>
        <a:lstStyle/>
        <a:p>
          <a:endParaRPr lang="en-US"/>
        </a:p>
      </dgm:t>
    </dgm:pt>
    <dgm:pt modelId="{FEAA5A40-91C4-4A9C-8CED-2977A5E1F73C}">
      <dgm:prSet/>
      <dgm:spPr/>
      <dgm:t>
        <a:bodyPr/>
        <a:lstStyle/>
        <a:p>
          <a:pPr>
            <a:defRPr cap="all"/>
          </a:pPr>
          <a:r>
            <a:rPr lang="en-US"/>
            <a:t>Secure login, product catalog, shopping cart and checkout</a:t>
          </a:r>
        </a:p>
      </dgm:t>
    </dgm:pt>
    <dgm:pt modelId="{3FB7EE28-63E2-462E-9641-E7755E0C737E}" type="parTrans" cxnId="{6792A18E-2F5C-4F30-A2DC-C6ADD39920C5}">
      <dgm:prSet/>
      <dgm:spPr/>
      <dgm:t>
        <a:bodyPr/>
        <a:lstStyle/>
        <a:p>
          <a:endParaRPr lang="en-US"/>
        </a:p>
      </dgm:t>
    </dgm:pt>
    <dgm:pt modelId="{EA65B6EF-8C38-4E2B-A8C8-9BA61C112415}" type="sibTrans" cxnId="{6792A18E-2F5C-4F30-A2DC-C6ADD39920C5}">
      <dgm:prSet/>
      <dgm:spPr/>
      <dgm:t>
        <a:bodyPr/>
        <a:lstStyle/>
        <a:p>
          <a:endParaRPr lang="en-US"/>
        </a:p>
      </dgm:t>
    </dgm:pt>
    <dgm:pt modelId="{D14C9D65-47CC-4946-9BDD-B16349E1D96A}">
      <dgm:prSet/>
      <dgm:spPr/>
      <dgm:t>
        <a:bodyPr/>
        <a:lstStyle/>
        <a:p>
          <a:pPr>
            <a:defRPr cap="all"/>
          </a:pPr>
          <a:r>
            <a:rPr lang="en-US"/>
            <a:t>Integrated QA automation using Selenium and Python</a:t>
          </a:r>
        </a:p>
      </dgm:t>
    </dgm:pt>
    <dgm:pt modelId="{03D84C97-F178-4713-930F-20D695085643}" type="parTrans" cxnId="{958B9C33-D526-4BC3-A7B0-8DFEBAD38F02}">
      <dgm:prSet/>
      <dgm:spPr/>
      <dgm:t>
        <a:bodyPr/>
        <a:lstStyle/>
        <a:p>
          <a:endParaRPr lang="en-US"/>
        </a:p>
      </dgm:t>
    </dgm:pt>
    <dgm:pt modelId="{67C1255C-C8D1-4DFE-A404-76B30F6B6132}" type="sibTrans" cxnId="{958B9C33-D526-4BC3-A7B0-8DFEBAD38F02}">
      <dgm:prSet/>
      <dgm:spPr/>
      <dgm:t>
        <a:bodyPr/>
        <a:lstStyle/>
        <a:p>
          <a:endParaRPr lang="en-US"/>
        </a:p>
      </dgm:t>
    </dgm:pt>
    <dgm:pt modelId="{59C49C5B-A4E3-4AB5-A1BD-0C9FDA4EE402}" type="pres">
      <dgm:prSet presAssocID="{55C40A2F-0094-4F9C-83F7-B655F6C6F8CB}" presName="root" presStyleCnt="0">
        <dgm:presLayoutVars>
          <dgm:dir/>
          <dgm:resizeHandles val="exact"/>
        </dgm:presLayoutVars>
      </dgm:prSet>
      <dgm:spPr/>
    </dgm:pt>
    <dgm:pt modelId="{54B7F1FB-11AC-4284-8505-3C0DD4C5120C}" type="pres">
      <dgm:prSet presAssocID="{3BF80638-01DA-48FF-B95F-55A44857A5E6}" presName="compNode" presStyleCnt="0"/>
      <dgm:spPr/>
    </dgm:pt>
    <dgm:pt modelId="{36CC00EE-158F-4CEE-AAC5-3407BE882DC2}" type="pres">
      <dgm:prSet presAssocID="{3BF80638-01DA-48FF-B95F-55A44857A5E6}" presName="iconBgRect" presStyleLbl="bgShp" presStyleIdx="0" presStyleCnt="3"/>
      <dgm:spPr/>
    </dgm:pt>
    <dgm:pt modelId="{A062AAB9-0930-428A-A3CC-44FB2600A09D}" type="pres">
      <dgm:prSet presAssocID="{3BF80638-01DA-48FF-B95F-55A44857A5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FF99549-63C9-46CC-8A99-5EA4D63BEEA9}" type="pres">
      <dgm:prSet presAssocID="{3BF80638-01DA-48FF-B95F-55A44857A5E6}" presName="spaceRect" presStyleCnt="0"/>
      <dgm:spPr/>
    </dgm:pt>
    <dgm:pt modelId="{CDCC3B44-26B7-4788-8E38-673C4A372726}" type="pres">
      <dgm:prSet presAssocID="{3BF80638-01DA-48FF-B95F-55A44857A5E6}" presName="textRect" presStyleLbl="revTx" presStyleIdx="0" presStyleCnt="3">
        <dgm:presLayoutVars>
          <dgm:chMax val="1"/>
          <dgm:chPref val="1"/>
        </dgm:presLayoutVars>
      </dgm:prSet>
      <dgm:spPr/>
    </dgm:pt>
    <dgm:pt modelId="{B1AFFB30-3EF5-40EA-A147-65AA1A9D01F2}" type="pres">
      <dgm:prSet presAssocID="{62E6FF9F-72EC-4666-A985-0883B1440575}" presName="sibTrans" presStyleCnt="0"/>
      <dgm:spPr/>
    </dgm:pt>
    <dgm:pt modelId="{FD05EBA0-2B10-4448-8DAE-F3DBB903457F}" type="pres">
      <dgm:prSet presAssocID="{FEAA5A40-91C4-4A9C-8CED-2977A5E1F73C}" presName="compNode" presStyleCnt="0"/>
      <dgm:spPr/>
    </dgm:pt>
    <dgm:pt modelId="{9BD892C7-30C8-4669-8459-C399EAB498AD}" type="pres">
      <dgm:prSet presAssocID="{FEAA5A40-91C4-4A9C-8CED-2977A5E1F73C}" presName="iconBgRect" presStyleLbl="bgShp" presStyleIdx="1" presStyleCnt="3"/>
      <dgm:spPr/>
    </dgm:pt>
    <dgm:pt modelId="{76F505B3-DEE2-4E8B-B69B-06F176304B3C}" type="pres">
      <dgm:prSet presAssocID="{FEAA5A40-91C4-4A9C-8CED-2977A5E1F7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0C03774E-1E21-4B68-BC0C-67F99AE4169B}" type="pres">
      <dgm:prSet presAssocID="{FEAA5A40-91C4-4A9C-8CED-2977A5E1F73C}" presName="spaceRect" presStyleCnt="0"/>
      <dgm:spPr/>
    </dgm:pt>
    <dgm:pt modelId="{4441AFDE-E4D5-41E9-A37E-388E62CE11C1}" type="pres">
      <dgm:prSet presAssocID="{FEAA5A40-91C4-4A9C-8CED-2977A5E1F73C}" presName="textRect" presStyleLbl="revTx" presStyleIdx="1" presStyleCnt="3">
        <dgm:presLayoutVars>
          <dgm:chMax val="1"/>
          <dgm:chPref val="1"/>
        </dgm:presLayoutVars>
      </dgm:prSet>
      <dgm:spPr/>
    </dgm:pt>
    <dgm:pt modelId="{BE6A4C56-B81B-4BE2-AFD1-0E909501F066}" type="pres">
      <dgm:prSet presAssocID="{EA65B6EF-8C38-4E2B-A8C8-9BA61C112415}" presName="sibTrans" presStyleCnt="0"/>
      <dgm:spPr/>
    </dgm:pt>
    <dgm:pt modelId="{2037A1B4-B265-4899-8A56-0AD15F62C3AA}" type="pres">
      <dgm:prSet presAssocID="{D14C9D65-47CC-4946-9BDD-B16349E1D96A}" presName="compNode" presStyleCnt="0"/>
      <dgm:spPr/>
    </dgm:pt>
    <dgm:pt modelId="{CBC42A19-E3E1-4F9F-8646-2B9DB069F884}" type="pres">
      <dgm:prSet presAssocID="{D14C9D65-47CC-4946-9BDD-B16349E1D96A}" presName="iconBgRect" presStyleLbl="bgShp" presStyleIdx="2" presStyleCnt="3"/>
      <dgm:spPr/>
    </dgm:pt>
    <dgm:pt modelId="{26C5EAE1-AC27-421D-9B29-E8D7710D9A63}" type="pres">
      <dgm:prSet presAssocID="{D14C9D65-47CC-4946-9BDD-B16349E1D9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29F64C8-93D9-489E-9178-571A228D337F}" type="pres">
      <dgm:prSet presAssocID="{D14C9D65-47CC-4946-9BDD-B16349E1D96A}" presName="spaceRect" presStyleCnt="0"/>
      <dgm:spPr/>
    </dgm:pt>
    <dgm:pt modelId="{42B5F577-4F18-4FC9-90B9-C5246AD6291D}" type="pres">
      <dgm:prSet presAssocID="{D14C9D65-47CC-4946-9BDD-B16349E1D96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988E1A-B43B-4EB7-94AC-DE6007C4A972}" type="presOf" srcId="{55C40A2F-0094-4F9C-83F7-B655F6C6F8CB}" destId="{59C49C5B-A4E3-4AB5-A1BD-0C9FDA4EE402}" srcOrd="0" destOrd="0" presId="urn:microsoft.com/office/officeart/2018/5/layout/IconCircleLabelList"/>
    <dgm:cxn modelId="{54937F25-2585-42E8-AB9A-4FA47F675373}" type="presOf" srcId="{3BF80638-01DA-48FF-B95F-55A44857A5E6}" destId="{CDCC3B44-26B7-4788-8E38-673C4A372726}" srcOrd="0" destOrd="0" presId="urn:microsoft.com/office/officeart/2018/5/layout/IconCircleLabelList"/>
    <dgm:cxn modelId="{958B9C33-D526-4BC3-A7B0-8DFEBAD38F02}" srcId="{55C40A2F-0094-4F9C-83F7-B655F6C6F8CB}" destId="{D14C9D65-47CC-4946-9BDD-B16349E1D96A}" srcOrd="2" destOrd="0" parTransId="{03D84C97-F178-4713-930F-20D695085643}" sibTransId="{67C1255C-C8D1-4DFE-A404-76B30F6B6132}"/>
    <dgm:cxn modelId="{6792A18E-2F5C-4F30-A2DC-C6ADD39920C5}" srcId="{55C40A2F-0094-4F9C-83F7-B655F6C6F8CB}" destId="{FEAA5A40-91C4-4A9C-8CED-2977A5E1F73C}" srcOrd="1" destOrd="0" parTransId="{3FB7EE28-63E2-462E-9641-E7755E0C737E}" sibTransId="{EA65B6EF-8C38-4E2B-A8C8-9BA61C112415}"/>
    <dgm:cxn modelId="{8FE94AC1-5D8D-43E5-B9CE-45587051D8E6}" srcId="{55C40A2F-0094-4F9C-83F7-B655F6C6F8CB}" destId="{3BF80638-01DA-48FF-B95F-55A44857A5E6}" srcOrd="0" destOrd="0" parTransId="{E0648C05-97B4-4362-972D-42D9A332A273}" sibTransId="{62E6FF9F-72EC-4666-A985-0883B1440575}"/>
    <dgm:cxn modelId="{95C625D5-2E12-4DE1-8B98-7F018AF12351}" type="presOf" srcId="{D14C9D65-47CC-4946-9BDD-B16349E1D96A}" destId="{42B5F577-4F18-4FC9-90B9-C5246AD6291D}" srcOrd="0" destOrd="0" presId="urn:microsoft.com/office/officeart/2018/5/layout/IconCircleLabelList"/>
    <dgm:cxn modelId="{773B83D6-781A-44FA-9F84-0E39033B3D88}" type="presOf" srcId="{FEAA5A40-91C4-4A9C-8CED-2977A5E1F73C}" destId="{4441AFDE-E4D5-41E9-A37E-388E62CE11C1}" srcOrd="0" destOrd="0" presId="urn:microsoft.com/office/officeart/2018/5/layout/IconCircleLabelList"/>
    <dgm:cxn modelId="{43293D50-B38A-4231-BB7C-AE7E840D343E}" type="presParOf" srcId="{59C49C5B-A4E3-4AB5-A1BD-0C9FDA4EE402}" destId="{54B7F1FB-11AC-4284-8505-3C0DD4C5120C}" srcOrd="0" destOrd="0" presId="urn:microsoft.com/office/officeart/2018/5/layout/IconCircleLabelList"/>
    <dgm:cxn modelId="{CEF476A8-2E9A-4C03-B0FF-021DD5B53F27}" type="presParOf" srcId="{54B7F1FB-11AC-4284-8505-3C0DD4C5120C}" destId="{36CC00EE-158F-4CEE-AAC5-3407BE882DC2}" srcOrd="0" destOrd="0" presId="urn:microsoft.com/office/officeart/2018/5/layout/IconCircleLabelList"/>
    <dgm:cxn modelId="{FB3018FC-6E42-451D-B0A1-76262ABE96D7}" type="presParOf" srcId="{54B7F1FB-11AC-4284-8505-3C0DD4C5120C}" destId="{A062AAB9-0930-428A-A3CC-44FB2600A09D}" srcOrd="1" destOrd="0" presId="urn:microsoft.com/office/officeart/2018/5/layout/IconCircleLabelList"/>
    <dgm:cxn modelId="{53D865CC-1520-44FB-8A96-1F1262BEC5DC}" type="presParOf" srcId="{54B7F1FB-11AC-4284-8505-3C0DD4C5120C}" destId="{FFF99549-63C9-46CC-8A99-5EA4D63BEEA9}" srcOrd="2" destOrd="0" presId="urn:microsoft.com/office/officeart/2018/5/layout/IconCircleLabelList"/>
    <dgm:cxn modelId="{4F1A5F72-19D8-4718-9A07-AD06D66743E8}" type="presParOf" srcId="{54B7F1FB-11AC-4284-8505-3C0DD4C5120C}" destId="{CDCC3B44-26B7-4788-8E38-673C4A372726}" srcOrd="3" destOrd="0" presId="urn:microsoft.com/office/officeart/2018/5/layout/IconCircleLabelList"/>
    <dgm:cxn modelId="{0F3E83B4-15A2-4F84-8841-0066210F72D9}" type="presParOf" srcId="{59C49C5B-A4E3-4AB5-A1BD-0C9FDA4EE402}" destId="{B1AFFB30-3EF5-40EA-A147-65AA1A9D01F2}" srcOrd="1" destOrd="0" presId="urn:microsoft.com/office/officeart/2018/5/layout/IconCircleLabelList"/>
    <dgm:cxn modelId="{B6EB9430-DDF3-4201-B02D-4248D0432FCD}" type="presParOf" srcId="{59C49C5B-A4E3-4AB5-A1BD-0C9FDA4EE402}" destId="{FD05EBA0-2B10-4448-8DAE-F3DBB903457F}" srcOrd="2" destOrd="0" presId="urn:microsoft.com/office/officeart/2018/5/layout/IconCircleLabelList"/>
    <dgm:cxn modelId="{1F03E82D-B9F5-4885-B6DA-DB251868E79E}" type="presParOf" srcId="{FD05EBA0-2B10-4448-8DAE-F3DBB903457F}" destId="{9BD892C7-30C8-4669-8459-C399EAB498AD}" srcOrd="0" destOrd="0" presId="urn:microsoft.com/office/officeart/2018/5/layout/IconCircleLabelList"/>
    <dgm:cxn modelId="{820D6708-B3BB-4A7D-B649-3D41F1C2BA62}" type="presParOf" srcId="{FD05EBA0-2B10-4448-8DAE-F3DBB903457F}" destId="{76F505B3-DEE2-4E8B-B69B-06F176304B3C}" srcOrd="1" destOrd="0" presId="urn:microsoft.com/office/officeart/2018/5/layout/IconCircleLabelList"/>
    <dgm:cxn modelId="{38B74B78-67D8-4B74-8340-6341F8A2C264}" type="presParOf" srcId="{FD05EBA0-2B10-4448-8DAE-F3DBB903457F}" destId="{0C03774E-1E21-4B68-BC0C-67F99AE4169B}" srcOrd="2" destOrd="0" presId="urn:microsoft.com/office/officeart/2018/5/layout/IconCircleLabelList"/>
    <dgm:cxn modelId="{63ECA88B-E8CE-4EBF-8A9B-90A906D8EDA9}" type="presParOf" srcId="{FD05EBA0-2B10-4448-8DAE-F3DBB903457F}" destId="{4441AFDE-E4D5-41E9-A37E-388E62CE11C1}" srcOrd="3" destOrd="0" presId="urn:microsoft.com/office/officeart/2018/5/layout/IconCircleLabelList"/>
    <dgm:cxn modelId="{4D493457-E0BF-4DB2-9D07-09ACCAC2891E}" type="presParOf" srcId="{59C49C5B-A4E3-4AB5-A1BD-0C9FDA4EE402}" destId="{BE6A4C56-B81B-4BE2-AFD1-0E909501F066}" srcOrd="3" destOrd="0" presId="urn:microsoft.com/office/officeart/2018/5/layout/IconCircleLabelList"/>
    <dgm:cxn modelId="{CD90B388-5A44-4D7F-9DDE-D33B01BC62A5}" type="presParOf" srcId="{59C49C5B-A4E3-4AB5-A1BD-0C9FDA4EE402}" destId="{2037A1B4-B265-4899-8A56-0AD15F62C3AA}" srcOrd="4" destOrd="0" presId="urn:microsoft.com/office/officeart/2018/5/layout/IconCircleLabelList"/>
    <dgm:cxn modelId="{3B84CAAC-5F58-423A-B4FE-A11360BF195F}" type="presParOf" srcId="{2037A1B4-B265-4899-8A56-0AD15F62C3AA}" destId="{CBC42A19-E3E1-4F9F-8646-2B9DB069F884}" srcOrd="0" destOrd="0" presId="urn:microsoft.com/office/officeart/2018/5/layout/IconCircleLabelList"/>
    <dgm:cxn modelId="{36055116-B30D-4985-B064-AB1B93DF6690}" type="presParOf" srcId="{2037A1B4-B265-4899-8A56-0AD15F62C3AA}" destId="{26C5EAE1-AC27-421D-9B29-E8D7710D9A63}" srcOrd="1" destOrd="0" presId="urn:microsoft.com/office/officeart/2018/5/layout/IconCircleLabelList"/>
    <dgm:cxn modelId="{8E8B7724-8251-45F4-B1C8-0E4D07BCB6F2}" type="presParOf" srcId="{2037A1B4-B265-4899-8A56-0AD15F62C3AA}" destId="{F29F64C8-93D9-489E-9178-571A228D337F}" srcOrd="2" destOrd="0" presId="urn:microsoft.com/office/officeart/2018/5/layout/IconCircleLabelList"/>
    <dgm:cxn modelId="{D1920250-4662-4193-8965-CD072F887CEA}" type="presParOf" srcId="{2037A1B4-B265-4899-8A56-0AD15F62C3AA}" destId="{42B5F577-4F18-4FC9-90B9-C5246AD629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7B8828-FB79-4A1C-80D1-8B5E8DBC6C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83B349-C4E3-4283-A1AA-1E874DF793D9}">
      <dgm:prSet/>
      <dgm:spPr/>
      <dgm:t>
        <a:bodyPr/>
        <a:lstStyle/>
        <a:p>
          <a:r>
            <a:rPr lang="en-US"/>
            <a:t>Automates gadget retail operations</a:t>
          </a:r>
        </a:p>
      </dgm:t>
    </dgm:pt>
    <dgm:pt modelId="{0025ED9F-F12D-4BAE-B99B-1AA6F4584509}" type="parTrans" cxnId="{28622082-24C0-43D0-B9AF-7D2C77CAACB9}">
      <dgm:prSet/>
      <dgm:spPr/>
      <dgm:t>
        <a:bodyPr/>
        <a:lstStyle/>
        <a:p>
          <a:endParaRPr lang="en-US"/>
        </a:p>
      </dgm:t>
    </dgm:pt>
    <dgm:pt modelId="{2A7EC9C6-ACC1-435E-AC3A-0BF9560879A6}" type="sibTrans" cxnId="{28622082-24C0-43D0-B9AF-7D2C77CAACB9}">
      <dgm:prSet/>
      <dgm:spPr/>
      <dgm:t>
        <a:bodyPr/>
        <a:lstStyle/>
        <a:p>
          <a:endParaRPr lang="en-US"/>
        </a:p>
      </dgm:t>
    </dgm:pt>
    <dgm:pt modelId="{A609E9F2-0B57-4945-9118-F8388B384A8E}">
      <dgm:prSet/>
      <dgm:spPr/>
      <dgm:t>
        <a:bodyPr/>
        <a:lstStyle/>
        <a:p>
          <a:r>
            <a:rPr lang="en-US"/>
            <a:t>Replaces manual inventory and order tracking</a:t>
          </a:r>
        </a:p>
      </dgm:t>
    </dgm:pt>
    <dgm:pt modelId="{1E670E05-F270-47E7-A5A0-899287C33AED}" type="parTrans" cxnId="{4D20BAD3-2179-40F2-BF20-0184BD5B6E1A}">
      <dgm:prSet/>
      <dgm:spPr/>
      <dgm:t>
        <a:bodyPr/>
        <a:lstStyle/>
        <a:p>
          <a:endParaRPr lang="en-US"/>
        </a:p>
      </dgm:t>
    </dgm:pt>
    <dgm:pt modelId="{656DC131-7512-4355-BCC1-C2C0405A9BFE}" type="sibTrans" cxnId="{4D20BAD3-2179-40F2-BF20-0184BD5B6E1A}">
      <dgm:prSet/>
      <dgm:spPr/>
      <dgm:t>
        <a:bodyPr/>
        <a:lstStyle/>
        <a:p>
          <a:endParaRPr lang="en-US"/>
        </a:p>
      </dgm:t>
    </dgm:pt>
    <dgm:pt modelId="{2445F480-61CD-4BE1-B1F3-5ACD7293F67B}">
      <dgm:prSet/>
      <dgm:spPr/>
      <dgm:t>
        <a:bodyPr/>
        <a:lstStyle/>
        <a:p>
          <a:r>
            <a:rPr lang="en-US"/>
            <a:t>Real-time stock management and secure transactions</a:t>
          </a:r>
        </a:p>
      </dgm:t>
    </dgm:pt>
    <dgm:pt modelId="{7A09D9C2-3232-4C3D-BBF9-DBF38BC3EFA1}" type="parTrans" cxnId="{F1DCEA89-5F78-488C-BABF-09D1B62C5713}">
      <dgm:prSet/>
      <dgm:spPr/>
      <dgm:t>
        <a:bodyPr/>
        <a:lstStyle/>
        <a:p>
          <a:endParaRPr lang="en-US"/>
        </a:p>
      </dgm:t>
    </dgm:pt>
    <dgm:pt modelId="{B9AEB745-70E7-4D23-8A0F-5253E2BDA18A}" type="sibTrans" cxnId="{F1DCEA89-5F78-488C-BABF-09D1B62C5713}">
      <dgm:prSet/>
      <dgm:spPr/>
      <dgm:t>
        <a:bodyPr/>
        <a:lstStyle/>
        <a:p>
          <a:endParaRPr lang="en-US"/>
        </a:p>
      </dgm:t>
    </dgm:pt>
    <dgm:pt modelId="{5A6980E5-0D48-4DBE-91E9-BC337E221B28}" type="pres">
      <dgm:prSet presAssocID="{357B8828-FB79-4A1C-80D1-8B5E8DBC6CD8}" presName="root" presStyleCnt="0">
        <dgm:presLayoutVars>
          <dgm:dir/>
          <dgm:resizeHandles val="exact"/>
        </dgm:presLayoutVars>
      </dgm:prSet>
      <dgm:spPr/>
    </dgm:pt>
    <dgm:pt modelId="{E1AD9581-F22E-46C2-B11B-A40A3A27C1B2}" type="pres">
      <dgm:prSet presAssocID="{E683B349-C4E3-4283-A1AA-1E874DF793D9}" presName="compNode" presStyleCnt="0"/>
      <dgm:spPr/>
    </dgm:pt>
    <dgm:pt modelId="{624CBBA6-3788-45E1-AF85-28632E41F0FF}" type="pres">
      <dgm:prSet presAssocID="{E683B349-C4E3-4283-A1AA-1E874DF793D9}" presName="bgRect" presStyleLbl="bgShp" presStyleIdx="0" presStyleCnt="3"/>
      <dgm:spPr/>
    </dgm:pt>
    <dgm:pt modelId="{C2440D9E-F39E-4EF1-BE91-1E5B7D1C0C5D}" type="pres">
      <dgm:prSet presAssocID="{E683B349-C4E3-4283-A1AA-1E874DF793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223C3F9-3F7B-47D5-834C-BF9C779EA15A}" type="pres">
      <dgm:prSet presAssocID="{E683B349-C4E3-4283-A1AA-1E874DF793D9}" presName="spaceRect" presStyleCnt="0"/>
      <dgm:spPr/>
    </dgm:pt>
    <dgm:pt modelId="{46624433-A8E9-4664-B8BE-7FAA3A894B61}" type="pres">
      <dgm:prSet presAssocID="{E683B349-C4E3-4283-A1AA-1E874DF793D9}" presName="parTx" presStyleLbl="revTx" presStyleIdx="0" presStyleCnt="3">
        <dgm:presLayoutVars>
          <dgm:chMax val="0"/>
          <dgm:chPref val="0"/>
        </dgm:presLayoutVars>
      </dgm:prSet>
      <dgm:spPr/>
    </dgm:pt>
    <dgm:pt modelId="{BEDCCFFE-81DA-40D5-994C-449B890A9B18}" type="pres">
      <dgm:prSet presAssocID="{2A7EC9C6-ACC1-435E-AC3A-0BF9560879A6}" presName="sibTrans" presStyleCnt="0"/>
      <dgm:spPr/>
    </dgm:pt>
    <dgm:pt modelId="{BF7AE52C-F3B1-47F6-8C71-660BA275C945}" type="pres">
      <dgm:prSet presAssocID="{A609E9F2-0B57-4945-9118-F8388B384A8E}" presName="compNode" presStyleCnt="0"/>
      <dgm:spPr/>
    </dgm:pt>
    <dgm:pt modelId="{9B1508DB-1394-492A-A27D-27478C1DDD01}" type="pres">
      <dgm:prSet presAssocID="{A609E9F2-0B57-4945-9118-F8388B384A8E}" presName="bgRect" presStyleLbl="bgShp" presStyleIdx="1" presStyleCnt="3"/>
      <dgm:spPr/>
    </dgm:pt>
    <dgm:pt modelId="{6AFF1C88-A4EA-4167-A76B-762A5E97E6BE}" type="pres">
      <dgm:prSet presAssocID="{A609E9F2-0B57-4945-9118-F8388B384A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D8B32F02-7F3C-4B1E-B2F9-279F82BFF65A}" type="pres">
      <dgm:prSet presAssocID="{A609E9F2-0B57-4945-9118-F8388B384A8E}" presName="spaceRect" presStyleCnt="0"/>
      <dgm:spPr/>
    </dgm:pt>
    <dgm:pt modelId="{A1F90206-A254-4291-AB4D-FBEDA5A95388}" type="pres">
      <dgm:prSet presAssocID="{A609E9F2-0B57-4945-9118-F8388B384A8E}" presName="parTx" presStyleLbl="revTx" presStyleIdx="1" presStyleCnt="3">
        <dgm:presLayoutVars>
          <dgm:chMax val="0"/>
          <dgm:chPref val="0"/>
        </dgm:presLayoutVars>
      </dgm:prSet>
      <dgm:spPr/>
    </dgm:pt>
    <dgm:pt modelId="{AE54E68B-EE79-4416-9203-B8CD503EB7FD}" type="pres">
      <dgm:prSet presAssocID="{656DC131-7512-4355-BCC1-C2C0405A9BFE}" presName="sibTrans" presStyleCnt="0"/>
      <dgm:spPr/>
    </dgm:pt>
    <dgm:pt modelId="{06C2BDF3-73AC-413B-8DDD-B92236408769}" type="pres">
      <dgm:prSet presAssocID="{2445F480-61CD-4BE1-B1F3-5ACD7293F67B}" presName="compNode" presStyleCnt="0"/>
      <dgm:spPr/>
    </dgm:pt>
    <dgm:pt modelId="{9E631580-25BE-47C0-A2EF-CE79BAEE31C6}" type="pres">
      <dgm:prSet presAssocID="{2445F480-61CD-4BE1-B1F3-5ACD7293F67B}" presName="bgRect" presStyleLbl="bgShp" presStyleIdx="2" presStyleCnt="3"/>
      <dgm:spPr/>
    </dgm:pt>
    <dgm:pt modelId="{EC2BA324-1664-48F2-AE2F-D38F8F5CA73B}" type="pres">
      <dgm:prSet presAssocID="{2445F480-61CD-4BE1-B1F3-5ACD7293F6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CE067A7-94E2-4CBE-930B-8C01CC11A651}" type="pres">
      <dgm:prSet presAssocID="{2445F480-61CD-4BE1-B1F3-5ACD7293F67B}" presName="spaceRect" presStyleCnt="0"/>
      <dgm:spPr/>
    </dgm:pt>
    <dgm:pt modelId="{67E27972-4FB4-4623-BE5F-6D898F128EFF}" type="pres">
      <dgm:prSet presAssocID="{2445F480-61CD-4BE1-B1F3-5ACD7293F67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07F107-B421-44E6-9829-5EA62F0761D7}" type="presOf" srcId="{A609E9F2-0B57-4945-9118-F8388B384A8E}" destId="{A1F90206-A254-4291-AB4D-FBEDA5A95388}" srcOrd="0" destOrd="0" presId="urn:microsoft.com/office/officeart/2018/2/layout/IconVerticalSolidList"/>
    <dgm:cxn modelId="{2FFC8562-E0FC-4B9D-8B57-2D17C4ECDA53}" type="presOf" srcId="{357B8828-FB79-4A1C-80D1-8B5E8DBC6CD8}" destId="{5A6980E5-0D48-4DBE-91E9-BC337E221B28}" srcOrd="0" destOrd="0" presId="urn:microsoft.com/office/officeart/2018/2/layout/IconVerticalSolidList"/>
    <dgm:cxn modelId="{28622082-24C0-43D0-B9AF-7D2C77CAACB9}" srcId="{357B8828-FB79-4A1C-80D1-8B5E8DBC6CD8}" destId="{E683B349-C4E3-4283-A1AA-1E874DF793D9}" srcOrd="0" destOrd="0" parTransId="{0025ED9F-F12D-4BAE-B99B-1AA6F4584509}" sibTransId="{2A7EC9C6-ACC1-435E-AC3A-0BF9560879A6}"/>
    <dgm:cxn modelId="{F1DCEA89-5F78-488C-BABF-09D1B62C5713}" srcId="{357B8828-FB79-4A1C-80D1-8B5E8DBC6CD8}" destId="{2445F480-61CD-4BE1-B1F3-5ACD7293F67B}" srcOrd="2" destOrd="0" parTransId="{7A09D9C2-3232-4C3D-BBF9-DBF38BC3EFA1}" sibTransId="{B9AEB745-70E7-4D23-8A0F-5253E2BDA18A}"/>
    <dgm:cxn modelId="{A3BA958C-6F56-4EB3-9FE3-254334BA58E1}" type="presOf" srcId="{E683B349-C4E3-4283-A1AA-1E874DF793D9}" destId="{46624433-A8E9-4664-B8BE-7FAA3A894B61}" srcOrd="0" destOrd="0" presId="urn:microsoft.com/office/officeart/2018/2/layout/IconVerticalSolidList"/>
    <dgm:cxn modelId="{410A9FB3-2BDC-4AE1-AED5-60617D40ED0C}" type="presOf" srcId="{2445F480-61CD-4BE1-B1F3-5ACD7293F67B}" destId="{67E27972-4FB4-4623-BE5F-6D898F128EFF}" srcOrd="0" destOrd="0" presId="urn:microsoft.com/office/officeart/2018/2/layout/IconVerticalSolidList"/>
    <dgm:cxn modelId="{4D20BAD3-2179-40F2-BF20-0184BD5B6E1A}" srcId="{357B8828-FB79-4A1C-80D1-8B5E8DBC6CD8}" destId="{A609E9F2-0B57-4945-9118-F8388B384A8E}" srcOrd="1" destOrd="0" parTransId="{1E670E05-F270-47E7-A5A0-899287C33AED}" sibTransId="{656DC131-7512-4355-BCC1-C2C0405A9BFE}"/>
    <dgm:cxn modelId="{E5D33BDB-1E4D-4306-9321-52049B8BF634}" type="presParOf" srcId="{5A6980E5-0D48-4DBE-91E9-BC337E221B28}" destId="{E1AD9581-F22E-46C2-B11B-A40A3A27C1B2}" srcOrd="0" destOrd="0" presId="urn:microsoft.com/office/officeart/2018/2/layout/IconVerticalSolidList"/>
    <dgm:cxn modelId="{830247F8-1780-4019-A995-035499CF77B2}" type="presParOf" srcId="{E1AD9581-F22E-46C2-B11B-A40A3A27C1B2}" destId="{624CBBA6-3788-45E1-AF85-28632E41F0FF}" srcOrd="0" destOrd="0" presId="urn:microsoft.com/office/officeart/2018/2/layout/IconVerticalSolidList"/>
    <dgm:cxn modelId="{F7AD1E3B-154F-4947-A15B-C3BA9483D987}" type="presParOf" srcId="{E1AD9581-F22E-46C2-B11B-A40A3A27C1B2}" destId="{C2440D9E-F39E-4EF1-BE91-1E5B7D1C0C5D}" srcOrd="1" destOrd="0" presId="urn:microsoft.com/office/officeart/2018/2/layout/IconVerticalSolidList"/>
    <dgm:cxn modelId="{E116F460-474F-4F1F-8356-77F4E8B15DE2}" type="presParOf" srcId="{E1AD9581-F22E-46C2-B11B-A40A3A27C1B2}" destId="{F223C3F9-3F7B-47D5-834C-BF9C779EA15A}" srcOrd="2" destOrd="0" presId="urn:microsoft.com/office/officeart/2018/2/layout/IconVerticalSolidList"/>
    <dgm:cxn modelId="{94E7EB2F-57DA-40CD-9779-0E7E81735E4D}" type="presParOf" srcId="{E1AD9581-F22E-46C2-B11B-A40A3A27C1B2}" destId="{46624433-A8E9-4664-B8BE-7FAA3A894B61}" srcOrd="3" destOrd="0" presId="urn:microsoft.com/office/officeart/2018/2/layout/IconVerticalSolidList"/>
    <dgm:cxn modelId="{8D9E5DF6-DAF4-4F1B-A61A-D96B7A1B1047}" type="presParOf" srcId="{5A6980E5-0D48-4DBE-91E9-BC337E221B28}" destId="{BEDCCFFE-81DA-40D5-994C-449B890A9B18}" srcOrd="1" destOrd="0" presId="urn:microsoft.com/office/officeart/2018/2/layout/IconVerticalSolidList"/>
    <dgm:cxn modelId="{A978FC0B-25AB-497D-A447-FB2D0FF7970D}" type="presParOf" srcId="{5A6980E5-0D48-4DBE-91E9-BC337E221B28}" destId="{BF7AE52C-F3B1-47F6-8C71-660BA275C945}" srcOrd="2" destOrd="0" presId="urn:microsoft.com/office/officeart/2018/2/layout/IconVerticalSolidList"/>
    <dgm:cxn modelId="{712E4EDD-A2C9-4109-A825-830D9A5B173E}" type="presParOf" srcId="{BF7AE52C-F3B1-47F6-8C71-660BA275C945}" destId="{9B1508DB-1394-492A-A27D-27478C1DDD01}" srcOrd="0" destOrd="0" presId="urn:microsoft.com/office/officeart/2018/2/layout/IconVerticalSolidList"/>
    <dgm:cxn modelId="{A1092520-D81B-4C37-BD24-DFCA69D8162A}" type="presParOf" srcId="{BF7AE52C-F3B1-47F6-8C71-660BA275C945}" destId="{6AFF1C88-A4EA-4167-A76B-762A5E97E6BE}" srcOrd="1" destOrd="0" presId="urn:microsoft.com/office/officeart/2018/2/layout/IconVerticalSolidList"/>
    <dgm:cxn modelId="{1FBC11A0-9B3E-411A-B2A6-9E04842BF07C}" type="presParOf" srcId="{BF7AE52C-F3B1-47F6-8C71-660BA275C945}" destId="{D8B32F02-7F3C-4B1E-B2F9-279F82BFF65A}" srcOrd="2" destOrd="0" presId="urn:microsoft.com/office/officeart/2018/2/layout/IconVerticalSolidList"/>
    <dgm:cxn modelId="{0E64F310-5F96-44D2-8A59-74EC862143F5}" type="presParOf" srcId="{BF7AE52C-F3B1-47F6-8C71-660BA275C945}" destId="{A1F90206-A254-4291-AB4D-FBEDA5A95388}" srcOrd="3" destOrd="0" presId="urn:microsoft.com/office/officeart/2018/2/layout/IconVerticalSolidList"/>
    <dgm:cxn modelId="{F8656DE6-EDF0-445C-A2FB-DFA2AC83559B}" type="presParOf" srcId="{5A6980E5-0D48-4DBE-91E9-BC337E221B28}" destId="{AE54E68B-EE79-4416-9203-B8CD503EB7FD}" srcOrd="3" destOrd="0" presId="urn:microsoft.com/office/officeart/2018/2/layout/IconVerticalSolidList"/>
    <dgm:cxn modelId="{66E15402-ACE9-4F2F-BBD9-0639B9E27868}" type="presParOf" srcId="{5A6980E5-0D48-4DBE-91E9-BC337E221B28}" destId="{06C2BDF3-73AC-413B-8DDD-B92236408769}" srcOrd="4" destOrd="0" presId="urn:microsoft.com/office/officeart/2018/2/layout/IconVerticalSolidList"/>
    <dgm:cxn modelId="{7DB989B2-8443-48ED-8ED3-196C61F04120}" type="presParOf" srcId="{06C2BDF3-73AC-413B-8DDD-B92236408769}" destId="{9E631580-25BE-47C0-A2EF-CE79BAEE31C6}" srcOrd="0" destOrd="0" presId="urn:microsoft.com/office/officeart/2018/2/layout/IconVerticalSolidList"/>
    <dgm:cxn modelId="{36B0A865-D9D9-49EB-BD5E-8C173795204B}" type="presParOf" srcId="{06C2BDF3-73AC-413B-8DDD-B92236408769}" destId="{EC2BA324-1664-48F2-AE2F-D38F8F5CA73B}" srcOrd="1" destOrd="0" presId="urn:microsoft.com/office/officeart/2018/2/layout/IconVerticalSolidList"/>
    <dgm:cxn modelId="{D448EFFE-690B-474B-9EAB-9F0CF270A282}" type="presParOf" srcId="{06C2BDF3-73AC-413B-8DDD-B92236408769}" destId="{4CE067A7-94E2-4CBE-930B-8C01CC11A651}" srcOrd="2" destOrd="0" presId="urn:microsoft.com/office/officeart/2018/2/layout/IconVerticalSolidList"/>
    <dgm:cxn modelId="{6C3DA9AA-7FBE-4FF1-8CF2-E685DED77D7F}" type="presParOf" srcId="{06C2BDF3-73AC-413B-8DDD-B92236408769}" destId="{67E27972-4FB4-4623-BE5F-6D898F128E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E7CF99-3F70-4FFB-84E5-297FE54071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C102325-802C-48EC-9A8B-A7D673EB908F}">
      <dgm:prSet/>
      <dgm:spPr/>
      <dgm:t>
        <a:bodyPr/>
        <a:lstStyle/>
        <a:p>
          <a:pPr>
            <a:defRPr cap="all"/>
          </a:pPr>
          <a:r>
            <a:rPr lang="en-US"/>
            <a:t>Manual sales systems are slow and error-prone</a:t>
          </a:r>
        </a:p>
      </dgm:t>
    </dgm:pt>
    <dgm:pt modelId="{BC976020-648F-461D-A052-294C35B0156C}" type="parTrans" cxnId="{8C6E1CD5-3C2F-4C66-B04E-9383E0B34FAB}">
      <dgm:prSet/>
      <dgm:spPr/>
      <dgm:t>
        <a:bodyPr/>
        <a:lstStyle/>
        <a:p>
          <a:endParaRPr lang="en-US"/>
        </a:p>
      </dgm:t>
    </dgm:pt>
    <dgm:pt modelId="{FD287099-FBEE-4EF3-9776-D1D037313FAA}" type="sibTrans" cxnId="{8C6E1CD5-3C2F-4C66-B04E-9383E0B34FAB}">
      <dgm:prSet/>
      <dgm:spPr/>
      <dgm:t>
        <a:bodyPr/>
        <a:lstStyle/>
        <a:p>
          <a:endParaRPr lang="en-US"/>
        </a:p>
      </dgm:t>
    </dgm:pt>
    <dgm:pt modelId="{5604C893-74B7-4065-BCDB-8008051E99B9}">
      <dgm:prSet/>
      <dgm:spPr/>
      <dgm:t>
        <a:bodyPr/>
        <a:lstStyle/>
        <a:p>
          <a:pPr>
            <a:defRPr cap="all"/>
          </a:pPr>
          <a:r>
            <a:rPr lang="en-US"/>
            <a:t>Difficult to maintain secure authentication</a:t>
          </a:r>
        </a:p>
      </dgm:t>
    </dgm:pt>
    <dgm:pt modelId="{15DBA41F-0A9C-49F0-A640-16BD952847DA}" type="parTrans" cxnId="{B2FFBBE7-5067-4ABC-BB65-C4D28DEDD6AD}">
      <dgm:prSet/>
      <dgm:spPr/>
      <dgm:t>
        <a:bodyPr/>
        <a:lstStyle/>
        <a:p>
          <a:endParaRPr lang="en-US"/>
        </a:p>
      </dgm:t>
    </dgm:pt>
    <dgm:pt modelId="{BB731AB2-E455-48C9-A889-DD96110D9888}" type="sibTrans" cxnId="{B2FFBBE7-5067-4ABC-BB65-C4D28DEDD6AD}">
      <dgm:prSet/>
      <dgm:spPr/>
      <dgm:t>
        <a:bodyPr/>
        <a:lstStyle/>
        <a:p>
          <a:endParaRPr lang="en-US"/>
        </a:p>
      </dgm:t>
    </dgm:pt>
    <dgm:pt modelId="{3C26C6B0-A24B-4273-816E-4556C4785B06}">
      <dgm:prSet/>
      <dgm:spPr/>
      <dgm:t>
        <a:bodyPr/>
        <a:lstStyle/>
        <a:p>
          <a:pPr>
            <a:defRPr cap="all"/>
          </a:pPr>
          <a:r>
            <a:rPr lang="en-US"/>
            <a:t>Systems vulnerable to common web threats without automation</a:t>
          </a:r>
        </a:p>
      </dgm:t>
    </dgm:pt>
    <dgm:pt modelId="{2892333C-A44C-4EED-BA2D-D89E0D7F7E01}" type="parTrans" cxnId="{81B29D16-E01A-4A82-A763-BC42590901AA}">
      <dgm:prSet/>
      <dgm:spPr/>
      <dgm:t>
        <a:bodyPr/>
        <a:lstStyle/>
        <a:p>
          <a:endParaRPr lang="en-US"/>
        </a:p>
      </dgm:t>
    </dgm:pt>
    <dgm:pt modelId="{C236D956-EE44-4422-9751-24A56286FBFD}" type="sibTrans" cxnId="{81B29D16-E01A-4A82-A763-BC42590901AA}">
      <dgm:prSet/>
      <dgm:spPr/>
      <dgm:t>
        <a:bodyPr/>
        <a:lstStyle/>
        <a:p>
          <a:endParaRPr lang="en-US"/>
        </a:p>
      </dgm:t>
    </dgm:pt>
    <dgm:pt modelId="{88DC428D-FC7F-4B8B-AC7C-F3E4EB4CC678}" type="pres">
      <dgm:prSet presAssocID="{7EE7CF99-3F70-4FFB-84E5-297FE540718B}" presName="root" presStyleCnt="0">
        <dgm:presLayoutVars>
          <dgm:dir/>
          <dgm:resizeHandles val="exact"/>
        </dgm:presLayoutVars>
      </dgm:prSet>
      <dgm:spPr/>
    </dgm:pt>
    <dgm:pt modelId="{A38459A0-3F07-49E8-91E7-3740B61D732D}" type="pres">
      <dgm:prSet presAssocID="{4C102325-802C-48EC-9A8B-A7D673EB908F}" presName="compNode" presStyleCnt="0"/>
      <dgm:spPr/>
    </dgm:pt>
    <dgm:pt modelId="{CD6C214E-CE67-48CE-9B99-69135B052865}" type="pres">
      <dgm:prSet presAssocID="{4C102325-802C-48EC-9A8B-A7D673EB908F}" presName="iconBgRect" presStyleLbl="bgShp" presStyleIdx="0" presStyleCnt="3"/>
      <dgm:spPr/>
    </dgm:pt>
    <dgm:pt modelId="{FC8AC427-A725-402B-8489-3BD8156972BF}" type="pres">
      <dgm:prSet presAssocID="{4C102325-802C-48EC-9A8B-A7D673EB90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2740B351-1525-4BCE-8621-3A1A6E1D00CE}" type="pres">
      <dgm:prSet presAssocID="{4C102325-802C-48EC-9A8B-A7D673EB908F}" presName="spaceRect" presStyleCnt="0"/>
      <dgm:spPr/>
    </dgm:pt>
    <dgm:pt modelId="{0476CAB1-9031-46DB-9E88-C759C66D2A14}" type="pres">
      <dgm:prSet presAssocID="{4C102325-802C-48EC-9A8B-A7D673EB908F}" presName="textRect" presStyleLbl="revTx" presStyleIdx="0" presStyleCnt="3">
        <dgm:presLayoutVars>
          <dgm:chMax val="1"/>
          <dgm:chPref val="1"/>
        </dgm:presLayoutVars>
      </dgm:prSet>
      <dgm:spPr/>
    </dgm:pt>
    <dgm:pt modelId="{2D2C53B0-6A20-4370-8BDA-2A47BABCA4D7}" type="pres">
      <dgm:prSet presAssocID="{FD287099-FBEE-4EF3-9776-D1D037313FAA}" presName="sibTrans" presStyleCnt="0"/>
      <dgm:spPr/>
    </dgm:pt>
    <dgm:pt modelId="{4FD5CAD1-24DF-4B8F-B0DF-DBE3EA4A3D93}" type="pres">
      <dgm:prSet presAssocID="{5604C893-74B7-4065-BCDB-8008051E99B9}" presName="compNode" presStyleCnt="0"/>
      <dgm:spPr/>
    </dgm:pt>
    <dgm:pt modelId="{AC97919A-734C-43E5-88A6-DB2A2780FACA}" type="pres">
      <dgm:prSet presAssocID="{5604C893-74B7-4065-BCDB-8008051E99B9}" presName="iconBgRect" presStyleLbl="bgShp" presStyleIdx="1" presStyleCnt="3"/>
      <dgm:spPr/>
    </dgm:pt>
    <dgm:pt modelId="{FDD05694-D926-4C47-BA51-2EF874A3D919}" type="pres">
      <dgm:prSet presAssocID="{5604C893-74B7-4065-BCDB-8008051E99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7FEA44A-8257-4CF8-9B77-031E5C81BBCB}" type="pres">
      <dgm:prSet presAssocID="{5604C893-74B7-4065-BCDB-8008051E99B9}" presName="spaceRect" presStyleCnt="0"/>
      <dgm:spPr/>
    </dgm:pt>
    <dgm:pt modelId="{AB08B1AB-E355-4E7F-AE2A-75126BDECBA8}" type="pres">
      <dgm:prSet presAssocID="{5604C893-74B7-4065-BCDB-8008051E99B9}" presName="textRect" presStyleLbl="revTx" presStyleIdx="1" presStyleCnt="3">
        <dgm:presLayoutVars>
          <dgm:chMax val="1"/>
          <dgm:chPref val="1"/>
        </dgm:presLayoutVars>
      </dgm:prSet>
      <dgm:spPr/>
    </dgm:pt>
    <dgm:pt modelId="{CBD68261-FB4E-492C-B6BE-38AA063FD4B2}" type="pres">
      <dgm:prSet presAssocID="{BB731AB2-E455-48C9-A889-DD96110D9888}" presName="sibTrans" presStyleCnt="0"/>
      <dgm:spPr/>
    </dgm:pt>
    <dgm:pt modelId="{26EAF272-A937-44EB-89BF-E6AF2E46C1B6}" type="pres">
      <dgm:prSet presAssocID="{3C26C6B0-A24B-4273-816E-4556C4785B06}" presName="compNode" presStyleCnt="0"/>
      <dgm:spPr/>
    </dgm:pt>
    <dgm:pt modelId="{772520A7-9E18-4E72-8A18-94BFCAAE3C69}" type="pres">
      <dgm:prSet presAssocID="{3C26C6B0-A24B-4273-816E-4556C4785B06}" presName="iconBgRect" presStyleLbl="bgShp" presStyleIdx="2" presStyleCnt="3"/>
      <dgm:spPr/>
    </dgm:pt>
    <dgm:pt modelId="{F75EE959-80F2-43C6-B2C5-265D2A0619D1}" type="pres">
      <dgm:prSet presAssocID="{3C26C6B0-A24B-4273-816E-4556C4785B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E5F26B2-A542-43EE-9CFE-0303E27885D0}" type="pres">
      <dgm:prSet presAssocID="{3C26C6B0-A24B-4273-816E-4556C4785B06}" presName="spaceRect" presStyleCnt="0"/>
      <dgm:spPr/>
    </dgm:pt>
    <dgm:pt modelId="{BD940283-669C-4F86-804D-E38D3ED67672}" type="pres">
      <dgm:prSet presAssocID="{3C26C6B0-A24B-4273-816E-4556C4785B0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92F705-D0C9-4C4A-AFFD-DF81F3D36164}" type="presOf" srcId="{7EE7CF99-3F70-4FFB-84E5-297FE540718B}" destId="{88DC428D-FC7F-4B8B-AC7C-F3E4EB4CC678}" srcOrd="0" destOrd="0" presId="urn:microsoft.com/office/officeart/2018/5/layout/IconCircleLabelList"/>
    <dgm:cxn modelId="{81B29D16-E01A-4A82-A763-BC42590901AA}" srcId="{7EE7CF99-3F70-4FFB-84E5-297FE540718B}" destId="{3C26C6B0-A24B-4273-816E-4556C4785B06}" srcOrd="2" destOrd="0" parTransId="{2892333C-A44C-4EED-BA2D-D89E0D7F7E01}" sibTransId="{C236D956-EE44-4422-9751-24A56286FBFD}"/>
    <dgm:cxn modelId="{04FA1236-0C3E-4079-A1DD-035014E33D05}" type="presOf" srcId="{3C26C6B0-A24B-4273-816E-4556C4785B06}" destId="{BD940283-669C-4F86-804D-E38D3ED67672}" srcOrd="0" destOrd="0" presId="urn:microsoft.com/office/officeart/2018/5/layout/IconCircleLabelList"/>
    <dgm:cxn modelId="{8177275F-3D57-4269-9396-2421F1B01CDA}" type="presOf" srcId="{5604C893-74B7-4065-BCDB-8008051E99B9}" destId="{AB08B1AB-E355-4E7F-AE2A-75126BDECBA8}" srcOrd="0" destOrd="0" presId="urn:microsoft.com/office/officeart/2018/5/layout/IconCircleLabelList"/>
    <dgm:cxn modelId="{8C6E1CD5-3C2F-4C66-B04E-9383E0B34FAB}" srcId="{7EE7CF99-3F70-4FFB-84E5-297FE540718B}" destId="{4C102325-802C-48EC-9A8B-A7D673EB908F}" srcOrd="0" destOrd="0" parTransId="{BC976020-648F-461D-A052-294C35B0156C}" sibTransId="{FD287099-FBEE-4EF3-9776-D1D037313FAA}"/>
    <dgm:cxn modelId="{B2FFBBE7-5067-4ABC-BB65-C4D28DEDD6AD}" srcId="{7EE7CF99-3F70-4FFB-84E5-297FE540718B}" destId="{5604C893-74B7-4065-BCDB-8008051E99B9}" srcOrd="1" destOrd="0" parTransId="{15DBA41F-0A9C-49F0-A640-16BD952847DA}" sibTransId="{BB731AB2-E455-48C9-A889-DD96110D9888}"/>
    <dgm:cxn modelId="{BF73FBF1-1B1B-432A-832F-076328EBA40C}" type="presOf" srcId="{4C102325-802C-48EC-9A8B-A7D673EB908F}" destId="{0476CAB1-9031-46DB-9E88-C759C66D2A14}" srcOrd="0" destOrd="0" presId="urn:microsoft.com/office/officeart/2018/5/layout/IconCircleLabelList"/>
    <dgm:cxn modelId="{589E46E7-469E-4FE6-B3DE-21B38B376460}" type="presParOf" srcId="{88DC428D-FC7F-4B8B-AC7C-F3E4EB4CC678}" destId="{A38459A0-3F07-49E8-91E7-3740B61D732D}" srcOrd="0" destOrd="0" presId="urn:microsoft.com/office/officeart/2018/5/layout/IconCircleLabelList"/>
    <dgm:cxn modelId="{8CD01584-F317-4492-88BC-33B5FE0EC884}" type="presParOf" srcId="{A38459A0-3F07-49E8-91E7-3740B61D732D}" destId="{CD6C214E-CE67-48CE-9B99-69135B052865}" srcOrd="0" destOrd="0" presId="urn:microsoft.com/office/officeart/2018/5/layout/IconCircleLabelList"/>
    <dgm:cxn modelId="{E0A3ED0E-65CF-4235-985C-5829AD88A4C8}" type="presParOf" srcId="{A38459A0-3F07-49E8-91E7-3740B61D732D}" destId="{FC8AC427-A725-402B-8489-3BD8156972BF}" srcOrd="1" destOrd="0" presId="urn:microsoft.com/office/officeart/2018/5/layout/IconCircleLabelList"/>
    <dgm:cxn modelId="{6C53776F-3818-4AA7-9DD4-4691B5445329}" type="presParOf" srcId="{A38459A0-3F07-49E8-91E7-3740B61D732D}" destId="{2740B351-1525-4BCE-8621-3A1A6E1D00CE}" srcOrd="2" destOrd="0" presId="urn:microsoft.com/office/officeart/2018/5/layout/IconCircleLabelList"/>
    <dgm:cxn modelId="{9FCF7EC1-0515-4276-A672-BBA73042593C}" type="presParOf" srcId="{A38459A0-3F07-49E8-91E7-3740B61D732D}" destId="{0476CAB1-9031-46DB-9E88-C759C66D2A14}" srcOrd="3" destOrd="0" presId="urn:microsoft.com/office/officeart/2018/5/layout/IconCircleLabelList"/>
    <dgm:cxn modelId="{52FDDE95-F0D9-40EF-97BE-A2DFC68A2E06}" type="presParOf" srcId="{88DC428D-FC7F-4B8B-AC7C-F3E4EB4CC678}" destId="{2D2C53B0-6A20-4370-8BDA-2A47BABCA4D7}" srcOrd="1" destOrd="0" presId="urn:microsoft.com/office/officeart/2018/5/layout/IconCircleLabelList"/>
    <dgm:cxn modelId="{9D7642BE-0B44-4D53-9B62-D0D1EF996C63}" type="presParOf" srcId="{88DC428D-FC7F-4B8B-AC7C-F3E4EB4CC678}" destId="{4FD5CAD1-24DF-4B8F-B0DF-DBE3EA4A3D93}" srcOrd="2" destOrd="0" presId="urn:microsoft.com/office/officeart/2018/5/layout/IconCircleLabelList"/>
    <dgm:cxn modelId="{8B28BE0D-8C95-49FE-8429-0240D2544E01}" type="presParOf" srcId="{4FD5CAD1-24DF-4B8F-B0DF-DBE3EA4A3D93}" destId="{AC97919A-734C-43E5-88A6-DB2A2780FACA}" srcOrd="0" destOrd="0" presId="urn:microsoft.com/office/officeart/2018/5/layout/IconCircleLabelList"/>
    <dgm:cxn modelId="{668B963C-52BC-49C7-B350-1CCFE766ADD8}" type="presParOf" srcId="{4FD5CAD1-24DF-4B8F-B0DF-DBE3EA4A3D93}" destId="{FDD05694-D926-4C47-BA51-2EF874A3D919}" srcOrd="1" destOrd="0" presId="urn:microsoft.com/office/officeart/2018/5/layout/IconCircleLabelList"/>
    <dgm:cxn modelId="{B8252325-D142-407F-9049-A892DAD1C900}" type="presParOf" srcId="{4FD5CAD1-24DF-4B8F-B0DF-DBE3EA4A3D93}" destId="{B7FEA44A-8257-4CF8-9B77-031E5C81BBCB}" srcOrd="2" destOrd="0" presId="urn:microsoft.com/office/officeart/2018/5/layout/IconCircleLabelList"/>
    <dgm:cxn modelId="{BB4C9844-37CA-43D6-AEEA-A78FC10A5A5C}" type="presParOf" srcId="{4FD5CAD1-24DF-4B8F-B0DF-DBE3EA4A3D93}" destId="{AB08B1AB-E355-4E7F-AE2A-75126BDECBA8}" srcOrd="3" destOrd="0" presId="urn:microsoft.com/office/officeart/2018/5/layout/IconCircleLabelList"/>
    <dgm:cxn modelId="{5FBF4887-B4FA-4DBF-89A8-4A351D2D88D7}" type="presParOf" srcId="{88DC428D-FC7F-4B8B-AC7C-F3E4EB4CC678}" destId="{CBD68261-FB4E-492C-B6BE-38AA063FD4B2}" srcOrd="3" destOrd="0" presId="urn:microsoft.com/office/officeart/2018/5/layout/IconCircleLabelList"/>
    <dgm:cxn modelId="{373ED5E3-3147-45F5-AA8B-351ED4BDA1D6}" type="presParOf" srcId="{88DC428D-FC7F-4B8B-AC7C-F3E4EB4CC678}" destId="{26EAF272-A937-44EB-89BF-E6AF2E46C1B6}" srcOrd="4" destOrd="0" presId="urn:microsoft.com/office/officeart/2018/5/layout/IconCircleLabelList"/>
    <dgm:cxn modelId="{C932F18B-F651-495A-84B7-F623704A0976}" type="presParOf" srcId="{26EAF272-A937-44EB-89BF-E6AF2E46C1B6}" destId="{772520A7-9E18-4E72-8A18-94BFCAAE3C69}" srcOrd="0" destOrd="0" presId="urn:microsoft.com/office/officeart/2018/5/layout/IconCircleLabelList"/>
    <dgm:cxn modelId="{D4F0AEBA-E42F-4694-A17D-401D1709F9F4}" type="presParOf" srcId="{26EAF272-A937-44EB-89BF-E6AF2E46C1B6}" destId="{F75EE959-80F2-43C6-B2C5-265D2A0619D1}" srcOrd="1" destOrd="0" presId="urn:microsoft.com/office/officeart/2018/5/layout/IconCircleLabelList"/>
    <dgm:cxn modelId="{ADD0BD11-2E54-40A0-A49F-05DD8703B4D3}" type="presParOf" srcId="{26EAF272-A937-44EB-89BF-E6AF2E46C1B6}" destId="{FE5F26B2-A542-43EE-9CFE-0303E27885D0}" srcOrd="2" destOrd="0" presId="urn:microsoft.com/office/officeart/2018/5/layout/IconCircleLabelList"/>
    <dgm:cxn modelId="{B4B6DE97-AC29-4BCE-B24D-A019857757B3}" type="presParOf" srcId="{26EAF272-A937-44EB-89BF-E6AF2E46C1B6}" destId="{BD940283-669C-4F86-804D-E38D3ED6767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B047E4-5ED3-4B74-B05C-DD81F58F912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CF644A-B591-4190-8BB0-87F4A2D1A01C}">
      <dgm:prSet/>
      <dgm:spPr/>
      <dgm:t>
        <a:bodyPr/>
        <a:lstStyle/>
        <a:p>
          <a:pPr>
            <a:defRPr cap="all"/>
          </a:pPr>
          <a:r>
            <a:rPr lang="en-US"/>
            <a:t>Develop a secure e-commerce platform</a:t>
          </a:r>
        </a:p>
      </dgm:t>
    </dgm:pt>
    <dgm:pt modelId="{AF2ABF77-2C6B-406A-B9FC-C4CC6B85B921}" type="parTrans" cxnId="{B7644C96-CC26-4C7D-B485-54CBA0262CAE}">
      <dgm:prSet/>
      <dgm:spPr/>
      <dgm:t>
        <a:bodyPr/>
        <a:lstStyle/>
        <a:p>
          <a:endParaRPr lang="en-US"/>
        </a:p>
      </dgm:t>
    </dgm:pt>
    <dgm:pt modelId="{C07B205D-DABE-464D-A7E9-47748B4861D5}" type="sibTrans" cxnId="{B7644C96-CC26-4C7D-B485-54CBA0262CAE}">
      <dgm:prSet/>
      <dgm:spPr/>
      <dgm:t>
        <a:bodyPr/>
        <a:lstStyle/>
        <a:p>
          <a:endParaRPr lang="en-US"/>
        </a:p>
      </dgm:t>
    </dgm:pt>
    <dgm:pt modelId="{DCEF7188-CF31-4363-B3B5-C3380CEF174A}">
      <dgm:prSet/>
      <dgm:spPr/>
      <dgm:t>
        <a:bodyPr/>
        <a:lstStyle/>
        <a:p>
          <a:pPr>
            <a:defRPr cap="all"/>
          </a:pPr>
          <a:r>
            <a:rPr lang="en-US"/>
            <a:t>Bridge frontend interface with backend database</a:t>
          </a:r>
        </a:p>
      </dgm:t>
    </dgm:pt>
    <dgm:pt modelId="{248AC5F2-8443-45AA-A1A1-26A7117ACE5D}" type="parTrans" cxnId="{A3F12234-0F10-48D0-81DD-2151FE2A0073}">
      <dgm:prSet/>
      <dgm:spPr/>
      <dgm:t>
        <a:bodyPr/>
        <a:lstStyle/>
        <a:p>
          <a:endParaRPr lang="en-US"/>
        </a:p>
      </dgm:t>
    </dgm:pt>
    <dgm:pt modelId="{0058A53C-4270-4302-AEAF-104D9C8AC25C}" type="sibTrans" cxnId="{A3F12234-0F10-48D0-81DD-2151FE2A0073}">
      <dgm:prSet/>
      <dgm:spPr/>
      <dgm:t>
        <a:bodyPr/>
        <a:lstStyle/>
        <a:p>
          <a:endParaRPr lang="en-US"/>
        </a:p>
      </dgm:t>
    </dgm:pt>
    <dgm:pt modelId="{F62C64C6-69C0-492D-A0A9-28CA1299E390}">
      <dgm:prSet/>
      <dgm:spPr/>
      <dgm:t>
        <a:bodyPr/>
        <a:lstStyle/>
        <a:p>
          <a:pPr>
            <a:defRPr cap="all"/>
          </a:pPr>
          <a:r>
            <a:rPr lang="en-US"/>
            <a:t>Ensure fast, accurate and secure transactions</a:t>
          </a:r>
        </a:p>
      </dgm:t>
    </dgm:pt>
    <dgm:pt modelId="{C5DCB4B5-7FD2-4C21-96BC-884C18DEB37B}" type="parTrans" cxnId="{1CDE9C52-4E06-46ED-908E-62B5D0F48A0E}">
      <dgm:prSet/>
      <dgm:spPr/>
      <dgm:t>
        <a:bodyPr/>
        <a:lstStyle/>
        <a:p>
          <a:endParaRPr lang="en-US"/>
        </a:p>
      </dgm:t>
    </dgm:pt>
    <dgm:pt modelId="{623981C8-2569-41F9-ABD3-164E8155AF6F}" type="sibTrans" cxnId="{1CDE9C52-4E06-46ED-908E-62B5D0F48A0E}">
      <dgm:prSet/>
      <dgm:spPr/>
      <dgm:t>
        <a:bodyPr/>
        <a:lstStyle/>
        <a:p>
          <a:endParaRPr lang="en-US"/>
        </a:p>
      </dgm:t>
    </dgm:pt>
    <dgm:pt modelId="{A57D401A-2421-40FC-B071-0583707B6876}" type="pres">
      <dgm:prSet presAssocID="{58B047E4-5ED3-4B74-B05C-DD81F58F9123}" presName="root" presStyleCnt="0">
        <dgm:presLayoutVars>
          <dgm:dir/>
          <dgm:resizeHandles val="exact"/>
        </dgm:presLayoutVars>
      </dgm:prSet>
      <dgm:spPr/>
    </dgm:pt>
    <dgm:pt modelId="{6264F970-C669-490F-84B2-BCB3BBC9A28B}" type="pres">
      <dgm:prSet presAssocID="{A9CF644A-B591-4190-8BB0-87F4A2D1A01C}" presName="compNode" presStyleCnt="0"/>
      <dgm:spPr/>
    </dgm:pt>
    <dgm:pt modelId="{7A4FD537-66D2-4953-BAFD-4E92CDBD8AA6}" type="pres">
      <dgm:prSet presAssocID="{A9CF644A-B591-4190-8BB0-87F4A2D1A01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92455E2-C136-49B5-8B87-AE9B9CF1A600}" type="pres">
      <dgm:prSet presAssocID="{A9CF644A-B591-4190-8BB0-87F4A2D1A0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52A062F-D9E2-4625-9208-13529DD1F486}" type="pres">
      <dgm:prSet presAssocID="{A9CF644A-B591-4190-8BB0-87F4A2D1A01C}" presName="spaceRect" presStyleCnt="0"/>
      <dgm:spPr/>
    </dgm:pt>
    <dgm:pt modelId="{CD64429F-8645-49B8-9050-117C4913F92C}" type="pres">
      <dgm:prSet presAssocID="{A9CF644A-B591-4190-8BB0-87F4A2D1A01C}" presName="textRect" presStyleLbl="revTx" presStyleIdx="0" presStyleCnt="3">
        <dgm:presLayoutVars>
          <dgm:chMax val="1"/>
          <dgm:chPref val="1"/>
        </dgm:presLayoutVars>
      </dgm:prSet>
      <dgm:spPr/>
    </dgm:pt>
    <dgm:pt modelId="{39966DC3-81C1-4E65-BFC1-E916BA00FF6A}" type="pres">
      <dgm:prSet presAssocID="{C07B205D-DABE-464D-A7E9-47748B4861D5}" presName="sibTrans" presStyleCnt="0"/>
      <dgm:spPr/>
    </dgm:pt>
    <dgm:pt modelId="{EDAE5CAF-1FA3-40EA-B6ED-53B83B8A9B89}" type="pres">
      <dgm:prSet presAssocID="{DCEF7188-CF31-4363-B3B5-C3380CEF174A}" presName="compNode" presStyleCnt="0"/>
      <dgm:spPr/>
    </dgm:pt>
    <dgm:pt modelId="{29F24A3E-ED04-41B5-BD67-90A03A612605}" type="pres">
      <dgm:prSet presAssocID="{DCEF7188-CF31-4363-B3B5-C3380CEF174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64EF862-7F12-495A-A4AC-3D0504C8205D}" type="pres">
      <dgm:prSet presAssocID="{DCEF7188-CF31-4363-B3B5-C3380CEF17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687C207-C5F7-4039-9794-19BF9524DB4A}" type="pres">
      <dgm:prSet presAssocID="{DCEF7188-CF31-4363-B3B5-C3380CEF174A}" presName="spaceRect" presStyleCnt="0"/>
      <dgm:spPr/>
    </dgm:pt>
    <dgm:pt modelId="{AE252F9C-A356-47AD-9F91-02201283FB0E}" type="pres">
      <dgm:prSet presAssocID="{DCEF7188-CF31-4363-B3B5-C3380CEF174A}" presName="textRect" presStyleLbl="revTx" presStyleIdx="1" presStyleCnt="3">
        <dgm:presLayoutVars>
          <dgm:chMax val="1"/>
          <dgm:chPref val="1"/>
        </dgm:presLayoutVars>
      </dgm:prSet>
      <dgm:spPr/>
    </dgm:pt>
    <dgm:pt modelId="{F8F5448A-2B9A-46A8-BA7D-3084937674C3}" type="pres">
      <dgm:prSet presAssocID="{0058A53C-4270-4302-AEAF-104D9C8AC25C}" presName="sibTrans" presStyleCnt="0"/>
      <dgm:spPr/>
    </dgm:pt>
    <dgm:pt modelId="{A1769C99-ADD3-478B-8A2F-93AA7077518D}" type="pres">
      <dgm:prSet presAssocID="{F62C64C6-69C0-492D-A0A9-28CA1299E390}" presName="compNode" presStyleCnt="0"/>
      <dgm:spPr/>
    </dgm:pt>
    <dgm:pt modelId="{4687F922-3C28-4F8A-955A-6FBBDFCCF214}" type="pres">
      <dgm:prSet presAssocID="{F62C64C6-69C0-492D-A0A9-28CA1299E39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EBD3CDD-600D-43C7-9525-ACC3C1EE7FD1}" type="pres">
      <dgm:prSet presAssocID="{F62C64C6-69C0-492D-A0A9-28CA1299E3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7C9699E-4C0A-4A1D-B081-70BD63D1EBBA}" type="pres">
      <dgm:prSet presAssocID="{F62C64C6-69C0-492D-A0A9-28CA1299E390}" presName="spaceRect" presStyleCnt="0"/>
      <dgm:spPr/>
    </dgm:pt>
    <dgm:pt modelId="{D864B08F-12AE-4B6B-9D27-70F10A7F820C}" type="pres">
      <dgm:prSet presAssocID="{F62C64C6-69C0-492D-A0A9-28CA1299E3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14FF17-7902-4056-A545-61AA1531E224}" type="presOf" srcId="{DCEF7188-CF31-4363-B3B5-C3380CEF174A}" destId="{AE252F9C-A356-47AD-9F91-02201283FB0E}" srcOrd="0" destOrd="0" presId="urn:microsoft.com/office/officeart/2018/5/layout/IconLeafLabelList"/>
    <dgm:cxn modelId="{A3F12234-0F10-48D0-81DD-2151FE2A0073}" srcId="{58B047E4-5ED3-4B74-B05C-DD81F58F9123}" destId="{DCEF7188-CF31-4363-B3B5-C3380CEF174A}" srcOrd="1" destOrd="0" parTransId="{248AC5F2-8443-45AA-A1A1-26A7117ACE5D}" sibTransId="{0058A53C-4270-4302-AEAF-104D9C8AC25C}"/>
    <dgm:cxn modelId="{15BC1A4C-E118-4150-8EAB-0E4BD399CAA7}" type="presOf" srcId="{A9CF644A-B591-4190-8BB0-87F4A2D1A01C}" destId="{CD64429F-8645-49B8-9050-117C4913F92C}" srcOrd="0" destOrd="0" presId="urn:microsoft.com/office/officeart/2018/5/layout/IconLeafLabelList"/>
    <dgm:cxn modelId="{1CDE9C52-4E06-46ED-908E-62B5D0F48A0E}" srcId="{58B047E4-5ED3-4B74-B05C-DD81F58F9123}" destId="{F62C64C6-69C0-492D-A0A9-28CA1299E390}" srcOrd="2" destOrd="0" parTransId="{C5DCB4B5-7FD2-4C21-96BC-884C18DEB37B}" sibTransId="{623981C8-2569-41F9-ABD3-164E8155AF6F}"/>
    <dgm:cxn modelId="{3BB1F572-75AB-4661-B4CB-D9F6CA56F211}" type="presOf" srcId="{58B047E4-5ED3-4B74-B05C-DD81F58F9123}" destId="{A57D401A-2421-40FC-B071-0583707B6876}" srcOrd="0" destOrd="0" presId="urn:microsoft.com/office/officeart/2018/5/layout/IconLeafLabelList"/>
    <dgm:cxn modelId="{B7644C96-CC26-4C7D-B485-54CBA0262CAE}" srcId="{58B047E4-5ED3-4B74-B05C-DD81F58F9123}" destId="{A9CF644A-B591-4190-8BB0-87F4A2D1A01C}" srcOrd="0" destOrd="0" parTransId="{AF2ABF77-2C6B-406A-B9FC-C4CC6B85B921}" sibTransId="{C07B205D-DABE-464D-A7E9-47748B4861D5}"/>
    <dgm:cxn modelId="{C9E287CA-A677-4066-86D9-85D0CAB54102}" type="presOf" srcId="{F62C64C6-69C0-492D-A0A9-28CA1299E390}" destId="{D864B08F-12AE-4B6B-9D27-70F10A7F820C}" srcOrd="0" destOrd="0" presId="urn:microsoft.com/office/officeart/2018/5/layout/IconLeafLabelList"/>
    <dgm:cxn modelId="{C89C1F73-D30D-4869-B398-4AE76CA45648}" type="presParOf" srcId="{A57D401A-2421-40FC-B071-0583707B6876}" destId="{6264F970-C669-490F-84B2-BCB3BBC9A28B}" srcOrd="0" destOrd="0" presId="urn:microsoft.com/office/officeart/2018/5/layout/IconLeafLabelList"/>
    <dgm:cxn modelId="{FD411050-26BA-4744-AB9D-FBD4578546D0}" type="presParOf" srcId="{6264F970-C669-490F-84B2-BCB3BBC9A28B}" destId="{7A4FD537-66D2-4953-BAFD-4E92CDBD8AA6}" srcOrd="0" destOrd="0" presId="urn:microsoft.com/office/officeart/2018/5/layout/IconLeafLabelList"/>
    <dgm:cxn modelId="{3C2C45AD-26BD-455D-A20B-6C9DEE0CDF3D}" type="presParOf" srcId="{6264F970-C669-490F-84B2-BCB3BBC9A28B}" destId="{B92455E2-C136-49B5-8B87-AE9B9CF1A600}" srcOrd="1" destOrd="0" presId="urn:microsoft.com/office/officeart/2018/5/layout/IconLeafLabelList"/>
    <dgm:cxn modelId="{53C1F2CB-8981-4CE6-A427-3605C7F259E5}" type="presParOf" srcId="{6264F970-C669-490F-84B2-BCB3BBC9A28B}" destId="{A52A062F-D9E2-4625-9208-13529DD1F486}" srcOrd="2" destOrd="0" presId="urn:microsoft.com/office/officeart/2018/5/layout/IconLeafLabelList"/>
    <dgm:cxn modelId="{B82604D3-9606-4BD2-8678-405FEC5467D1}" type="presParOf" srcId="{6264F970-C669-490F-84B2-BCB3BBC9A28B}" destId="{CD64429F-8645-49B8-9050-117C4913F92C}" srcOrd="3" destOrd="0" presId="urn:microsoft.com/office/officeart/2018/5/layout/IconLeafLabelList"/>
    <dgm:cxn modelId="{62379D76-0D9C-401B-B6F1-901AB5A84FD7}" type="presParOf" srcId="{A57D401A-2421-40FC-B071-0583707B6876}" destId="{39966DC3-81C1-4E65-BFC1-E916BA00FF6A}" srcOrd="1" destOrd="0" presId="urn:microsoft.com/office/officeart/2018/5/layout/IconLeafLabelList"/>
    <dgm:cxn modelId="{D017CCCD-5D21-4939-86B8-A32D97D73F4E}" type="presParOf" srcId="{A57D401A-2421-40FC-B071-0583707B6876}" destId="{EDAE5CAF-1FA3-40EA-B6ED-53B83B8A9B89}" srcOrd="2" destOrd="0" presId="urn:microsoft.com/office/officeart/2018/5/layout/IconLeafLabelList"/>
    <dgm:cxn modelId="{C1D4514E-89D9-4C8E-9E39-4100CBD2A816}" type="presParOf" srcId="{EDAE5CAF-1FA3-40EA-B6ED-53B83B8A9B89}" destId="{29F24A3E-ED04-41B5-BD67-90A03A612605}" srcOrd="0" destOrd="0" presId="urn:microsoft.com/office/officeart/2018/5/layout/IconLeafLabelList"/>
    <dgm:cxn modelId="{68A252F5-73A1-4199-8C4B-EFD136830A66}" type="presParOf" srcId="{EDAE5CAF-1FA3-40EA-B6ED-53B83B8A9B89}" destId="{664EF862-7F12-495A-A4AC-3D0504C8205D}" srcOrd="1" destOrd="0" presId="urn:microsoft.com/office/officeart/2018/5/layout/IconLeafLabelList"/>
    <dgm:cxn modelId="{C9F2A1E0-B762-4B46-B490-A29FE6B8B5C8}" type="presParOf" srcId="{EDAE5CAF-1FA3-40EA-B6ED-53B83B8A9B89}" destId="{3687C207-C5F7-4039-9794-19BF9524DB4A}" srcOrd="2" destOrd="0" presId="urn:microsoft.com/office/officeart/2018/5/layout/IconLeafLabelList"/>
    <dgm:cxn modelId="{27BA0527-F4B9-4234-86F3-3A17D783E8B9}" type="presParOf" srcId="{EDAE5CAF-1FA3-40EA-B6ED-53B83B8A9B89}" destId="{AE252F9C-A356-47AD-9F91-02201283FB0E}" srcOrd="3" destOrd="0" presId="urn:microsoft.com/office/officeart/2018/5/layout/IconLeafLabelList"/>
    <dgm:cxn modelId="{D107F441-5C8F-4F22-ACB3-090AF64B70F2}" type="presParOf" srcId="{A57D401A-2421-40FC-B071-0583707B6876}" destId="{F8F5448A-2B9A-46A8-BA7D-3084937674C3}" srcOrd="3" destOrd="0" presId="urn:microsoft.com/office/officeart/2018/5/layout/IconLeafLabelList"/>
    <dgm:cxn modelId="{4891B406-DF39-48D4-BE3E-8A25A4D3864D}" type="presParOf" srcId="{A57D401A-2421-40FC-B071-0583707B6876}" destId="{A1769C99-ADD3-478B-8A2F-93AA7077518D}" srcOrd="4" destOrd="0" presId="urn:microsoft.com/office/officeart/2018/5/layout/IconLeafLabelList"/>
    <dgm:cxn modelId="{26D4DF28-B328-430A-A26F-3D0DBFCDF64E}" type="presParOf" srcId="{A1769C99-ADD3-478B-8A2F-93AA7077518D}" destId="{4687F922-3C28-4F8A-955A-6FBBDFCCF214}" srcOrd="0" destOrd="0" presId="urn:microsoft.com/office/officeart/2018/5/layout/IconLeafLabelList"/>
    <dgm:cxn modelId="{38A14CDC-09B0-4965-8908-B3D4EEE98E4E}" type="presParOf" srcId="{A1769C99-ADD3-478B-8A2F-93AA7077518D}" destId="{FEBD3CDD-600D-43C7-9525-ACC3C1EE7FD1}" srcOrd="1" destOrd="0" presId="urn:microsoft.com/office/officeart/2018/5/layout/IconLeafLabelList"/>
    <dgm:cxn modelId="{C9BF153D-F404-4B8D-87CF-CF45D41B9B39}" type="presParOf" srcId="{A1769C99-ADD3-478B-8A2F-93AA7077518D}" destId="{E7C9699E-4C0A-4A1D-B081-70BD63D1EBBA}" srcOrd="2" destOrd="0" presId="urn:microsoft.com/office/officeart/2018/5/layout/IconLeafLabelList"/>
    <dgm:cxn modelId="{7EB05E69-E499-4062-B42C-CF6010C4A004}" type="presParOf" srcId="{A1769C99-ADD3-478B-8A2F-93AA7077518D}" destId="{D864B08F-12AE-4B6B-9D27-70F10A7F820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97A353-D6CB-44E8-A462-5285297BD91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E011F43-3A36-4790-B569-893FB46C58F1}">
      <dgm:prSet/>
      <dgm:spPr/>
      <dgm:t>
        <a:bodyPr/>
        <a:lstStyle/>
        <a:p>
          <a:r>
            <a:rPr lang="en-US"/>
            <a:t>Implement Page Object Model for testing</a:t>
          </a:r>
        </a:p>
      </dgm:t>
    </dgm:pt>
    <dgm:pt modelId="{053117C5-B20E-4F26-AC1B-CA6722DA2A50}" type="parTrans" cxnId="{DAE12A17-DD73-4EF5-AACD-22FD9BBFF5F7}">
      <dgm:prSet/>
      <dgm:spPr/>
      <dgm:t>
        <a:bodyPr/>
        <a:lstStyle/>
        <a:p>
          <a:endParaRPr lang="en-US"/>
        </a:p>
      </dgm:t>
    </dgm:pt>
    <dgm:pt modelId="{9724376D-6442-4802-944D-FB5AA33D44F1}" type="sibTrans" cxnId="{DAE12A17-DD73-4EF5-AACD-22FD9BBFF5F7}">
      <dgm:prSet/>
      <dgm:spPr/>
      <dgm:t>
        <a:bodyPr/>
        <a:lstStyle/>
        <a:p>
          <a:endParaRPr lang="en-US"/>
        </a:p>
      </dgm:t>
    </dgm:pt>
    <dgm:pt modelId="{196138F8-E89B-4C74-A99F-65DBDD83A453}">
      <dgm:prSet/>
      <dgm:spPr/>
      <dgm:t>
        <a:bodyPr/>
        <a:lstStyle/>
        <a:p>
          <a:r>
            <a:rPr lang="en-US"/>
            <a:t>Automate tests using GitHub Actions</a:t>
          </a:r>
        </a:p>
      </dgm:t>
    </dgm:pt>
    <dgm:pt modelId="{661A1C60-49B4-4439-B1F2-80C1D15A42FC}" type="parTrans" cxnId="{EE0DE2F7-9DED-4BE5-9009-E7C133907A90}">
      <dgm:prSet/>
      <dgm:spPr/>
      <dgm:t>
        <a:bodyPr/>
        <a:lstStyle/>
        <a:p>
          <a:endParaRPr lang="en-US"/>
        </a:p>
      </dgm:t>
    </dgm:pt>
    <dgm:pt modelId="{90340DEE-7CD6-415A-A70B-60E59C6D3764}" type="sibTrans" cxnId="{EE0DE2F7-9DED-4BE5-9009-E7C133907A90}">
      <dgm:prSet/>
      <dgm:spPr/>
      <dgm:t>
        <a:bodyPr/>
        <a:lstStyle/>
        <a:p>
          <a:endParaRPr lang="en-US"/>
        </a:p>
      </dgm:t>
    </dgm:pt>
    <dgm:pt modelId="{96B1ADCE-6A30-4AEB-952F-C1079FA3CE7B}">
      <dgm:prSet/>
      <dgm:spPr/>
      <dgm:t>
        <a:bodyPr/>
        <a:lstStyle/>
        <a:p>
          <a:r>
            <a:rPr lang="en-US"/>
            <a:t>Develop cross-browser testing utilities</a:t>
          </a:r>
        </a:p>
      </dgm:t>
    </dgm:pt>
    <dgm:pt modelId="{4A26ECD9-7FF6-4847-A733-E8856C93ED3B}" type="parTrans" cxnId="{9B32D4E2-211B-4013-AFCF-53CBC2EF8267}">
      <dgm:prSet/>
      <dgm:spPr/>
      <dgm:t>
        <a:bodyPr/>
        <a:lstStyle/>
        <a:p>
          <a:endParaRPr lang="en-US"/>
        </a:p>
      </dgm:t>
    </dgm:pt>
    <dgm:pt modelId="{85C22F4B-D0FA-47B0-85D7-25D0ADEDA394}" type="sibTrans" cxnId="{9B32D4E2-211B-4013-AFCF-53CBC2EF8267}">
      <dgm:prSet/>
      <dgm:spPr/>
      <dgm:t>
        <a:bodyPr/>
        <a:lstStyle/>
        <a:p>
          <a:endParaRPr lang="en-US"/>
        </a:p>
      </dgm:t>
    </dgm:pt>
    <dgm:pt modelId="{1EFD9F1B-8528-49BA-B0BB-361D710AC68E}">
      <dgm:prSet/>
      <dgm:spPr/>
      <dgm:t>
        <a:bodyPr/>
        <a:lstStyle/>
        <a:p>
          <a:r>
            <a:rPr lang="en-US"/>
            <a:t>Ensure input validation and security testing</a:t>
          </a:r>
        </a:p>
      </dgm:t>
    </dgm:pt>
    <dgm:pt modelId="{3FB4E7E4-7E77-4D12-9A4A-FD157F01CA14}" type="parTrans" cxnId="{C6C0B4E2-5E9C-4CBD-AC93-81AD3502CCBF}">
      <dgm:prSet/>
      <dgm:spPr/>
      <dgm:t>
        <a:bodyPr/>
        <a:lstStyle/>
        <a:p>
          <a:endParaRPr lang="en-US"/>
        </a:p>
      </dgm:t>
    </dgm:pt>
    <dgm:pt modelId="{B2576EFA-4B33-46E5-A312-73915BB5CDFB}" type="sibTrans" cxnId="{C6C0B4E2-5E9C-4CBD-AC93-81AD3502CCBF}">
      <dgm:prSet/>
      <dgm:spPr/>
      <dgm:t>
        <a:bodyPr/>
        <a:lstStyle/>
        <a:p>
          <a:endParaRPr lang="en-US"/>
        </a:p>
      </dgm:t>
    </dgm:pt>
    <dgm:pt modelId="{39F1296D-D6FC-4332-AB33-709F8CF689BF}" type="pres">
      <dgm:prSet presAssocID="{9B97A353-D6CB-44E8-A462-5285297BD91F}" presName="root" presStyleCnt="0">
        <dgm:presLayoutVars>
          <dgm:dir/>
          <dgm:resizeHandles val="exact"/>
        </dgm:presLayoutVars>
      </dgm:prSet>
      <dgm:spPr/>
    </dgm:pt>
    <dgm:pt modelId="{64DAA1E2-3C43-4599-9C07-258883CFFFE6}" type="pres">
      <dgm:prSet presAssocID="{9B97A353-D6CB-44E8-A462-5285297BD91F}" presName="container" presStyleCnt="0">
        <dgm:presLayoutVars>
          <dgm:dir/>
          <dgm:resizeHandles val="exact"/>
        </dgm:presLayoutVars>
      </dgm:prSet>
      <dgm:spPr/>
    </dgm:pt>
    <dgm:pt modelId="{6A863104-412C-4DCA-AA00-BA5254018707}" type="pres">
      <dgm:prSet presAssocID="{9E011F43-3A36-4790-B569-893FB46C58F1}" presName="compNode" presStyleCnt="0"/>
      <dgm:spPr/>
    </dgm:pt>
    <dgm:pt modelId="{6AEC065A-C1D1-487F-A09D-9D28D0FB30F6}" type="pres">
      <dgm:prSet presAssocID="{9E011F43-3A36-4790-B569-893FB46C58F1}" presName="iconBgRect" presStyleLbl="bgShp" presStyleIdx="0" presStyleCnt="4"/>
      <dgm:spPr/>
    </dgm:pt>
    <dgm:pt modelId="{AF87E064-114E-44DA-99A6-0751F9F3F1C9}" type="pres">
      <dgm:prSet presAssocID="{9E011F43-3A36-4790-B569-893FB46C58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70FBA1-0E5E-425D-9E1B-84973269FAB2}" type="pres">
      <dgm:prSet presAssocID="{9E011F43-3A36-4790-B569-893FB46C58F1}" presName="spaceRect" presStyleCnt="0"/>
      <dgm:spPr/>
    </dgm:pt>
    <dgm:pt modelId="{A8D9AEA7-019C-4D6D-9E5B-C219712725C1}" type="pres">
      <dgm:prSet presAssocID="{9E011F43-3A36-4790-B569-893FB46C58F1}" presName="textRect" presStyleLbl="revTx" presStyleIdx="0" presStyleCnt="4">
        <dgm:presLayoutVars>
          <dgm:chMax val="1"/>
          <dgm:chPref val="1"/>
        </dgm:presLayoutVars>
      </dgm:prSet>
      <dgm:spPr/>
    </dgm:pt>
    <dgm:pt modelId="{8D8EC41F-B62F-4C3D-B7B1-9D6B4E50FDF0}" type="pres">
      <dgm:prSet presAssocID="{9724376D-6442-4802-944D-FB5AA33D44F1}" presName="sibTrans" presStyleLbl="sibTrans2D1" presStyleIdx="0" presStyleCnt="0"/>
      <dgm:spPr/>
    </dgm:pt>
    <dgm:pt modelId="{606E93E9-1011-4A4E-A88B-631B3BC7439A}" type="pres">
      <dgm:prSet presAssocID="{196138F8-E89B-4C74-A99F-65DBDD83A453}" presName="compNode" presStyleCnt="0"/>
      <dgm:spPr/>
    </dgm:pt>
    <dgm:pt modelId="{8D3E176D-98FC-48B7-AC1B-1FE9964CFD13}" type="pres">
      <dgm:prSet presAssocID="{196138F8-E89B-4C74-A99F-65DBDD83A453}" presName="iconBgRect" presStyleLbl="bgShp" presStyleIdx="1" presStyleCnt="4"/>
      <dgm:spPr/>
    </dgm:pt>
    <dgm:pt modelId="{5846BB14-0C39-43F1-86EE-9B5F7828F040}" type="pres">
      <dgm:prSet presAssocID="{196138F8-E89B-4C74-A99F-65DBDD83A4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02749C5-AC77-4D26-BE4C-805DFA8E0705}" type="pres">
      <dgm:prSet presAssocID="{196138F8-E89B-4C74-A99F-65DBDD83A453}" presName="spaceRect" presStyleCnt="0"/>
      <dgm:spPr/>
    </dgm:pt>
    <dgm:pt modelId="{9667B15F-E7D7-43B6-8D14-76BF266BA0D0}" type="pres">
      <dgm:prSet presAssocID="{196138F8-E89B-4C74-A99F-65DBDD83A453}" presName="textRect" presStyleLbl="revTx" presStyleIdx="1" presStyleCnt="4">
        <dgm:presLayoutVars>
          <dgm:chMax val="1"/>
          <dgm:chPref val="1"/>
        </dgm:presLayoutVars>
      </dgm:prSet>
      <dgm:spPr/>
    </dgm:pt>
    <dgm:pt modelId="{09D21918-E3F9-4935-A7A0-81E1540529D6}" type="pres">
      <dgm:prSet presAssocID="{90340DEE-7CD6-415A-A70B-60E59C6D3764}" presName="sibTrans" presStyleLbl="sibTrans2D1" presStyleIdx="0" presStyleCnt="0"/>
      <dgm:spPr/>
    </dgm:pt>
    <dgm:pt modelId="{0BF71828-62FD-4F78-8342-9686236059A3}" type="pres">
      <dgm:prSet presAssocID="{96B1ADCE-6A30-4AEB-952F-C1079FA3CE7B}" presName="compNode" presStyleCnt="0"/>
      <dgm:spPr/>
    </dgm:pt>
    <dgm:pt modelId="{B0713E00-9CDC-418F-8884-0CE1B901E935}" type="pres">
      <dgm:prSet presAssocID="{96B1ADCE-6A30-4AEB-952F-C1079FA3CE7B}" presName="iconBgRect" presStyleLbl="bgShp" presStyleIdx="2" presStyleCnt="4"/>
      <dgm:spPr/>
    </dgm:pt>
    <dgm:pt modelId="{599FDED2-C2C8-4621-80EE-FF209EE91380}" type="pres">
      <dgm:prSet presAssocID="{96B1ADCE-6A30-4AEB-952F-C1079FA3CE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9A8D175F-F11C-41CE-91E6-6ABA0F13C27F}" type="pres">
      <dgm:prSet presAssocID="{96B1ADCE-6A30-4AEB-952F-C1079FA3CE7B}" presName="spaceRect" presStyleCnt="0"/>
      <dgm:spPr/>
    </dgm:pt>
    <dgm:pt modelId="{FD756DDB-89CE-43E1-91D4-CE8051E2DA2D}" type="pres">
      <dgm:prSet presAssocID="{96B1ADCE-6A30-4AEB-952F-C1079FA3CE7B}" presName="textRect" presStyleLbl="revTx" presStyleIdx="2" presStyleCnt="4">
        <dgm:presLayoutVars>
          <dgm:chMax val="1"/>
          <dgm:chPref val="1"/>
        </dgm:presLayoutVars>
      </dgm:prSet>
      <dgm:spPr/>
    </dgm:pt>
    <dgm:pt modelId="{32F2747E-2229-44F0-91E7-22DE06A419D6}" type="pres">
      <dgm:prSet presAssocID="{85C22F4B-D0FA-47B0-85D7-25D0ADEDA394}" presName="sibTrans" presStyleLbl="sibTrans2D1" presStyleIdx="0" presStyleCnt="0"/>
      <dgm:spPr/>
    </dgm:pt>
    <dgm:pt modelId="{A4143ADC-8350-40FF-9534-67436FB399AB}" type="pres">
      <dgm:prSet presAssocID="{1EFD9F1B-8528-49BA-B0BB-361D710AC68E}" presName="compNode" presStyleCnt="0"/>
      <dgm:spPr/>
    </dgm:pt>
    <dgm:pt modelId="{08063BCB-67E1-498D-B5F1-800070DC2E9E}" type="pres">
      <dgm:prSet presAssocID="{1EFD9F1B-8528-49BA-B0BB-361D710AC68E}" presName="iconBgRect" presStyleLbl="bgShp" presStyleIdx="3" presStyleCnt="4"/>
      <dgm:spPr/>
    </dgm:pt>
    <dgm:pt modelId="{08AFC73E-4264-4EBA-99E0-0B58B12DBA8D}" type="pres">
      <dgm:prSet presAssocID="{1EFD9F1B-8528-49BA-B0BB-361D710AC68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5C889EE-81C3-420E-8AB9-3F4D0F0156E7}" type="pres">
      <dgm:prSet presAssocID="{1EFD9F1B-8528-49BA-B0BB-361D710AC68E}" presName="spaceRect" presStyleCnt="0"/>
      <dgm:spPr/>
    </dgm:pt>
    <dgm:pt modelId="{56AD06D1-0897-4965-BE6D-C154E0715A11}" type="pres">
      <dgm:prSet presAssocID="{1EFD9F1B-8528-49BA-B0BB-361D710AC6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AE12A17-DD73-4EF5-AACD-22FD9BBFF5F7}" srcId="{9B97A353-D6CB-44E8-A462-5285297BD91F}" destId="{9E011F43-3A36-4790-B569-893FB46C58F1}" srcOrd="0" destOrd="0" parTransId="{053117C5-B20E-4F26-AC1B-CA6722DA2A50}" sibTransId="{9724376D-6442-4802-944D-FB5AA33D44F1}"/>
    <dgm:cxn modelId="{DFA9822C-E9E0-44FE-B11F-C3BD4F9FEC80}" type="presOf" srcId="{90340DEE-7CD6-415A-A70B-60E59C6D3764}" destId="{09D21918-E3F9-4935-A7A0-81E1540529D6}" srcOrd="0" destOrd="0" presId="urn:microsoft.com/office/officeart/2018/2/layout/IconCircleList"/>
    <dgm:cxn modelId="{1FE45F69-075E-48A2-BFC1-BD9DE630828D}" type="presOf" srcId="{1EFD9F1B-8528-49BA-B0BB-361D710AC68E}" destId="{56AD06D1-0897-4965-BE6D-C154E0715A11}" srcOrd="0" destOrd="0" presId="urn:microsoft.com/office/officeart/2018/2/layout/IconCircleList"/>
    <dgm:cxn modelId="{63D5336C-9694-4B6F-9CF0-BFDAFB80CF2D}" type="presOf" srcId="{196138F8-E89B-4C74-A99F-65DBDD83A453}" destId="{9667B15F-E7D7-43B6-8D14-76BF266BA0D0}" srcOrd="0" destOrd="0" presId="urn:microsoft.com/office/officeart/2018/2/layout/IconCircleList"/>
    <dgm:cxn modelId="{EBEE826D-1341-47CF-948B-D5140218B932}" type="presOf" srcId="{9B97A353-D6CB-44E8-A462-5285297BD91F}" destId="{39F1296D-D6FC-4332-AB33-709F8CF689BF}" srcOrd="0" destOrd="0" presId="urn:microsoft.com/office/officeart/2018/2/layout/IconCircleList"/>
    <dgm:cxn modelId="{EB2D4A70-B517-49F1-8F68-86AF0B8BD7BD}" type="presOf" srcId="{9E011F43-3A36-4790-B569-893FB46C58F1}" destId="{A8D9AEA7-019C-4D6D-9E5B-C219712725C1}" srcOrd="0" destOrd="0" presId="urn:microsoft.com/office/officeart/2018/2/layout/IconCircleList"/>
    <dgm:cxn modelId="{4C5EC691-933A-4AEE-8FEE-5D905B575998}" type="presOf" srcId="{96B1ADCE-6A30-4AEB-952F-C1079FA3CE7B}" destId="{FD756DDB-89CE-43E1-91D4-CE8051E2DA2D}" srcOrd="0" destOrd="0" presId="urn:microsoft.com/office/officeart/2018/2/layout/IconCircleList"/>
    <dgm:cxn modelId="{74902DAE-DFB1-4589-9BB4-3E1F28BDB572}" type="presOf" srcId="{9724376D-6442-4802-944D-FB5AA33D44F1}" destId="{8D8EC41F-B62F-4C3D-B7B1-9D6B4E50FDF0}" srcOrd="0" destOrd="0" presId="urn:microsoft.com/office/officeart/2018/2/layout/IconCircleList"/>
    <dgm:cxn modelId="{AC94E9B1-5D85-4E36-AB7C-9224B9780681}" type="presOf" srcId="{85C22F4B-D0FA-47B0-85D7-25D0ADEDA394}" destId="{32F2747E-2229-44F0-91E7-22DE06A419D6}" srcOrd="0" destOrd="0" presId="urn:microsoft.com/office/officeart/2018/2/layout/IconCircleList"/>
    <dgm:cxn modelId="{C6C0B4E2-5E9C-4CBD-AC93-81AD3502CCBF}" srcId="{9B97A353-D6CB-44E8-A462-5285297BD91F}" destId="{1EFD9F1B-8528-49BA-B0BB-361D710AC68E}" srcOrd="3" destOrd="0" parTransId="{3FB4E7E4-7E77-4D12-9A4A-FD157F01CA14}" sibTransId="{B2576EFA-4B33-46E5-A312-73915BB5CDFB}"/>
    <dgm:cxn modelId="{9B32D4E2-211B-4013-AFCF-53CBC2EF8267}" srcId="{9B97A353-D6CB-44E8-A462-5285297BD91F}" destId="{96B1ADCE-6A30-4AEB-952F-C1079FA3CE7B}" srcOrd="2" destOrd="0" parTransId="{4A26ECD9-7FF6-4847-A733-E8856C93ED3B}" sibTransId="{85C22F4B-D0FA-47B0-85D7-25D0ADEDA394}"/>
    <dgm:cxn modelId="{EE0DE2F7-9DED-4BE5-9009-E7C133907A90}" srcId="{9B97A353-D6CB-44E8-A462-5285297BD91F}" destId="{196138F8-E89B-4C74-A99F-65DBDD83A453}" srcOrd="1" destOrd="0" parTransId="{661A1C60-49B4-4439-B1F2-80C1D15A42FC}" sibTransId="{90340DEE-7CD6-415A-A70B-60E59C6D3764}"/>
    <dgm:cxn modelId="{3D27D9B9-352F-420F-A944-95FCB82D2028}" type="presParOf" srcId="{39F1296D-D6FC-4332-AB33-709F8CF689BF}" destId="{64DAA1E2-3C43-4599-9C07-258883CFFFE6}" srcOrd="0" destOrd="0" presId="urn:microsoft.com/office/officeart/2018/2/layout/IconCircleList"/>
    <dgm:cxn modelId="{E3DD6020-31E4-4EAD-97A7-24954C689E79}" type="presParOf" srcId="{64DAA1E2-3C43-4599-9C07-258883CFFFE6}" destId="{6A863104-412C-4DCA-AA00-BA5254018707}" srcOrd="0" destOrd="0" presId="urn:microsoft.com/office/officeart/2018/2/layout/IconCircleList"/>
    <dgm:cxn modelId="{4A41A062-99C7-446B-B2F6-F32F42FAE2DF}" type="presParOf" srcId="{6A863104-412C-4DCA-AA00-BA5254018707}" destId="{6AEC065A-C1D1-487F-A09D-9D28D0FB30F6}" srcOrd="0" destOrd="0" presId="urn:microsoft.com/office/officeart/2018/2/layout/IconCircleList"/>
    <dgm:cxn modelId="{87B8A9E4-544D-46B3-83C9-3B30B21E4DCD}" type="presParOf" srcId="{6A863104-412C-4DCA-AA00-BA5254018707}" destId="{AF87E064-114E-44DA-99A6-0751F9F3F1C9}" srcOrd="1" destOrd="0" presId="urn:microsoft.com/office/officeart/2018/2/layout/IconCircleList"/>
    <dgm:cxn modelId="{B1E7CC88-47E3-4E45-8027-AE58E6F56440}" type="presParOf" srcId="{6A863104-412C-4DCA-AA00-BA5254018707}" destId="{3670FBA1-0E5E-425D-9E1B-84973269FAB2}" srcOrd="2" destOrd="0" presId="urn:microsoft.com/office/officeart/2018/2/layout/IconCircleList"/>
    <dgm:cxn modelId="{74510DD3-DE17-4FD9-B359-49D5FE329EC6}" type="presParOf" srcId="{6A863104-412C-4DCA-AA00-BA5254018707}" destId="{A8D9AEA7-019C-4D6D-9E5B-C219712725C1}" srcOrd="3" destOrd="0" presId="urn:microsoft.com/office/officeart/2018/2/layout/IconCircleList"/>
    <dgm:cxn modelId="{69FBFD5E-157D-4A8A-8452-90A0177AEE7F}" type="presParOf" srcId="{64DAA1E2-3C43-4599-9C07-258883CFFFE6}" destId="{8D8EC41F-B62F-4C3D-B7B1-9D6B4E50FDF0}" srcOrd="1" destOrd="0" presId="urn:microsoft.com/office/officeart/2018/2/layout/IconCircleList"/>
    <dgm:cxn modelId="{F8E583D5-27BF-4B0C-BA71-3DC5AF971112}" type="presParOf" srcId="{64DAA1E2-3C43-4599-9C07-258883CFFFE6}" destId="{606E93E9-1011-4A4E-A88B-631B3BC7439A}" srcOrd="2" destOrd="0" presId="urn:microsoft.com/office/officeart/2018/2/layout/IconCircleList"/>
    <dgm:cxn modelId="{0E7C26E6-CF3A-49B9-A17A-6394D468C9F0}" type="presParOf" srcId="{606E93E9-1011-4A4E-A88B-631B3BC7439A}" destId="{8D3E176D-98FC-48B7-AC1B-1FE9964CFD13}" srcOrd="0" destOrd="0" presId="urn:microsoft.com/office/officeart/2018/2/layout/IconCircleList"/>
    <dgm:cxn modelId="{BA84DEBC-8425-4A0D-9C16-B547B59F0728}" type="presParOf" srcId="{606E93E9-1011-4A4E-A88B-631B3BC7439A}" destId="{5846BB14-0C39-43F1-86EE-9B5F7828F040}" srcOrd="1" destOrd="0" presId="urn:microsoft.com/office/officeart/2018/2/layout/IconCircleList"/>
    <dgm:cxn modelId="{EF1CDFA8-88E6-488C-9F5F-1DB95D61F818}" type="presParOf" srcId="{606E93E9-1011-4A4E-A88B-631B3BC7439A}" destId="{D02749C5-AC77-4D26-BE4C-805DFA8E0705}" srcOrd="2" destOrd="0" presId="urn:microsoft.com/office/officeart/2018/2/layout/IconCircleList"/>
    <dgm:cxn modelId="{11B2B5F8-862C-4109-9AAF-4132999EE455}" type="presParOf" srcId="{606E93E9-1011-4A4E-A88B-631B3BC7439A}" destId="{9667B15F-E7D7-43B6-8D14-76BF266BA0D0}" srcOrd="3" destOrd="0" presId="urn:microsoft.com/office/officeart/2018/2/layout/IconCircleList"/>
    <dgm:cxn modelId="{2E3F5504-8865-4AC0-8A33-19C6358B742F}" type="presParOf" srcId="{64DAA1E2-3C43-4599-9C07-258883CFFFE6}" destId="{09D21918-E3F9-4935-A7A0-81E1540529D6}" srcOrd="3" destOrd="0" presId="urn:microsoft.com/office/officeart/2018/2/layout/IconCircleList"/>
    <dgm:cxn modelId="{459C4111-FCDF-49A0-9F72-38FD7FD73D56}" type="presParOf" srcId="{64DAA1E2-3C43-4599-9C07-258883CFFFE6}" destId="{0BF71828-62FD-4F78-8342-9686236059A3}" srcOrd="4" destOrd="0" presId="urn:microsoft.com/office/officeart/2018/2/layout/IconCircleList"/>
    <dgm:cxn modelId="{4A2ADE39-0B02-4347-8B13-79F9B4441DEA}" type="presParOf" srcId="{0BF71828-62FD-4F78-8342-9686236059A3}" destId="{B0713E00-9CDC-418F-8884-0CE1B901E935}" srcOrd="0" destOrd="0" presId="urn:microsoft.com/office/officeart/2018/2/layout/IconCircleList"/>
    <dgm:cxn modelId="{F94D65E3-F874-456A-80CE-1A07B860D81F}" type="presParOf" srcId="{0BF71828-62FD-4F78-8342-9686236059A3}" destId="{599FDED2-C2C8-4621-80EE-FF209EE91380}" srcOrd="1" destOrd="0" presId="urn:microsoft.com/office/officeart/2018/2/layout/IconCircleList"/>
    <dgm:cxn modelId="{79A4D705-B66B-4686-AE41-881A2AA89D7B}" type="presParOf" srcId="{0BF71828-62FD-4F78-8342-9686236059A3}" destId="{9A8D175F-F11C-41CE-91E6-6ABA0F13C27F}" srcOrd="2" destOrd="0" presId="urn:microsoft.com/office/officeart/2018/2/layout/IconCircleList"/>
    <dgm:cxn modelId="{415CF2A7-43B7-4E16-8677-B3C060693B03}" type="presParOf" srcId="{0BF71828-62FD-4F78-8342-9686236059A3}" destId="{FD756DDB-89CE-43E1-91D4-CE8051E2DA2D}" srcOrd="3" destOrd="0" presId="urn:microsoft.com/office/officeart/2018/2/layout/IconCircleList"/>
    <dgm:cxn modelId="{C866218A-BE65-486C-A472-00CB60AE760F}" type="presParOf" srcId="{64DAA1E2-3C43-4599-9C07-258883CFFFE6}" destId="{32F2747E-2229-44F0-91E7-22DE06A419D6}" srcOrd="5" destOrd="0" presId="urn:microsoft.com/office/officeart/2018/2/layout/IconCircleList"/>
    <dgm:cxn modelId="{9A3944EB-FD19-4B42-97B6-9FA099E0060C}" type="presParOf" srcId="{64DAA1E2-3C43-4599-9C07-258883CFFFE6}" destId="{A4143ADC-8350-40FF-9534-67436FB399AB}" srcOrd="6" destOrd="0" presId="urn:microsoft.com/office/officeart/2018/2/layout/IconCircleList"/>
    <dgm:cxn modelId="{0E4625E6-4778-41A8-84D9-61CF3CC3BFFD}" type="presParOf" srcId="{A4143ADC-8350-40FF-9534-67436FB399AB}" destId="{08063BCB-67E1-498D-B5F1-800070DC2E9E}" srcOrd="0" destOrd="0" presId="urn:microsoft.com/office/officeart/2018/2/layout/IconCircleList"/>
    <dgm:cxn modelId="{847C9861-EE31-42E3-B6D7-42D3C2C9F38A}" type="presParOf" srcId="{A4143ADC-8350-40FF-9534-67436FB399AB}" destId="{08AFC73E-4264-4EBA-99E0-0B58B12DBA8D}" srcOrd="1" destOrd="0" presId="urn:microsoft.com/office/officeart/2018/2/layout/IconCircleList"/>
    <dgm:cxn modelId="{9F966C53-F16E-4574-8D7D-35566102555F}" type="presParOf" srcId="{A4143ADC-8350-40FF-9534-67436FB399AB}" destId="{55C889EE-81C3-420E-8AB9-3F4D0F0156E7}" srcOrd="2" destOrd="0" presId="urn:microsoft.com/office/officeart/2018/2/layout/IconCircleList"/>
    <dgm:cxn modelId="{2248DF0E-2719-4E6C-8F50-E8621C8534F3}" type="presParOf" srcId="{A4143ADC-8350-40FF-9534-67436FB399AB}" destId="{56AD06D1-0897-4965-BE6D-C154E0715A1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400DCD-F5FD-465C-998B-ADD11E803D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0A3784-94BF-4B56-9049-029E94BA0A0A}">
      <dgm:prSet/>
      <dgm:spPr/>
      <dgm:t>
        <a:bodyPr/>
        <a:lstStyle/>
        <a:p>
          <a:r>
            <a:rPr lang="en-US"/>
            <a:t>Transform traditional electronics store to digital platform</a:t>
          </a:r>
        </a:p>
      </dgm:t>
    </dgm:pt>
    <dgm:pt modelId="{1BF73DD5-2A57-411B-8AD3-CD8280F6C646}" type="parTrans" cxnId="{FC8C0D0B-31FF-46AE-A5F5-A12B393E6ECE}">
      <dgm:prSet/>
      <dgm:spPr/>
      <dgm:t>
        <a:bodyPr/>
        <a:lstStyle/>
        <a:p>
          <a:endParaRPr lang="en-US"/>
        </a:p>
      </dgm:t>
    </dgm:pt>
    <dgm:pt modelId="{D8EBA596-B951-44CE-BF6F-98B698D81A2E}" type="sibTrans" cxnId="{FC8C0D0B-31FF-46AE-A5F5-A12B393E6ECE}">
      <dgm:prSet/>
      <dgm:spPr/>
      <dgm:t>
        <a:bodyPr/>
        <a:lstStyle/>
        <a:p>
          <a:endParaRPr lang="en-US"/>
        </a:p>
      </dgm:t>
    </dgm:pt>
    <dgm:pt modelId="{796A24E9-8C12-45AA-80A8-E3FA180A1EB5}">
      <dgm:prSet/>
      <dgm:spPr/>
      <dgm:t>
        <a:bodyPr/>
        <a:lstStyle/>
        <a:p>
          <a:r>
            <a:rPr lang="en-US"/>
            <a:t>Provide 24/7 access to gadget catalog</a:t>
          </a:r>
        </a:p>
      </dgm:t>
    </dgm:pt>
    <dgm:pt modelId="{72771AD0-5A85-4912-B307-4D0B76B80828}" type="parTrans" cxnId="{97DAA729-FF88-4041-A1B9-5A7DFADFB808}">
      <dgm:prSet/>
      <dgm:spPr/>
      <dgm:t>
        <a:bodyPr/>
        <a:lstStyle/>
        <a:p>
          <a:endParaRPr lang="en-US"/>
        </a:p>
      </dgm:t>
    </dgm:pt>
    <dgm:pt modelId="{86EBDB7D-E51C-4E4F-B412-2EF1692536DE}" type="sibTrans" cxnId="{97DAA729-FF88-4041-A1B9-5A7DFADFB808}">
      <dgm:prSet/>
      <dgm:spPr/>
      <dgm:t>
        <a:bodyPr/>
        <a:lstStyle/>
        <a:p>
          <a:endParaRPr lang="en-US"/>
        </a:p>
      </dgm:t>
    </dgm:pt>
    <dgm:pt modelId="{68817199-62E7-48DB-A2CC-A7D0691B4206}">
      <dgm:prSet/>
      <dgm:spPr/>
      <dgm:t>
        <a:bodyPr/>
        <a:lstStyle/>
        <a:p>
          <a:r>
            <a:rPr lang="en-US"/>
            <a:t>Allow administrators to monitor system health</a:t>
          </a:r>
        </a:p>
      </dgm:t>
    </dgm:pt>
    <dgm:pt modelId="{09D234E1-9E91-4185-9F4F-2A2D67B06610}" type="parTrans" cxnId="{19D541F5-C7B1-4BEA-B9FE-6230861FB6F8}">
      <dgm:prSet/>
      <dgm:spPr/>
      <dgm:t>
        <a:bodyPr/>
        <a:lstStyle/>
        <a:p>
          <a:endParaRPr lang="en-US"/>
        </a:p>
      </dgm:t>
    </dgm:pt>
    <dgm:pt modelId="{B11C6FA4-40B1-4AE3-B326-D86BA596365F}" type="sibTrans" cxnId="{19D541F5-C7B1-4BEA-B9FE-6230861FB6F8}">
      <dgm:prSet/>
      <dgm:spPr/>
      <dgm:t>
        <a:bodyPr/>
        <a:lstStyle/>
        <a:p>
          <a:endParaRPr lang="en-US"/>
        </a:p>
      </dgm:t>
    </dgm:pt>
    <dgm:pt modelId="{E7691248-884E-40D4-A8FF-B224FAA66D61}" type="pres">
      <dgm:prSet presAssocID="{7A400DCD-F5FD-465C-998B-ADD11E803D81}" presName="root" presStyleCnt="0">
        <dgm:presLayoutVars>
          <dgm:dir/>
          <dgm:resizeHandles val="exact"/>
        </dgm:presLayoutVars>
      </dgm:prSet>
      <dgm:spPr/>
    </dgm:pt>
    <dgm:pt modelId="{E602E19A-0076-4715-A9D9-11D691B3631A}" type="pres">
      <dgm:prSet presAssocID="{850A3784-94BF-4B56-9049-029E94BA0A0A}" presName="compNode" presStyleCnt="0"/>
      <dgm:spPr/>
    </dgm:pt>
    <dgm:pt modelId="{487841E7-BB1E-4B9B-A9AB-BF42684D4DE1}" type="pres">
      <dgm:prSet presAssocID="{850A3784-94BF-4B56-9049-029E94BA0A0A}" presName="bgRect" presStyleLbl="bgShp" presStyleIdx="0" presStyleCnt="3"/>
      <dgm:spPr/>
    </dgm:pt>
    <dgm:pt modelId="{99950644-D5CE-4D7B-B0CF-B970A13A9DEF}" type="pres">
      <dgm:prSet presAssocID="{850A3784-94BF-4B56-9049-029E94BA0A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26D00DD-EA1C-4CB0-A13E-9E9F33FDEA31}" type="pres">
      <dgm:prSet presAssocID="{850A3784-94BF-4B56-9049-029E94BA0A0A}" presName="spaceRect" presStyleCnt="0"/>
      <dgm:spPr/>
    </dgm:pt>
    <dgm:pt modelId="{5E58AC9B-B975-4510-87CA-6AABFCB092DC}" type="pres">
      <dgm:prSet presAssocID="{850A3784-94BF-4B56-9049-029E94BA0A0A}" presName="parTx" presStyleLbl="revTx" presStyleIdx="0" presStyleCnt="3">
        <dgm:presLayoutVars>
          <dgm:chMax val="0"/>
          <dgm:chPref val="0"/>
        </dgm:presLayoutVars>
      </dgm:prSet>
      <dgm:spPr/>
    </dgm:pt>
    <dgm:pt modelId="{94B8B624-89CC-4567-A9B0-920BF700D267}" type="pres">
      <dgm:prSet presAssocID="{D8EBA596-B951-44CE-BF6F-98B698D81A2E}" presName="sibTrans" presStyleCnt="0"/>
      <dgm:spPr/>
    </dgm:pt>
    <dgm:pt modelId="{E160A144-B927-4D62-A401-134EC61666B2}" type="pres">
      <dgm:prSet presAssocID="{796A24E9-8C12-45AA-80A8-E3FA180A1EB5}" presName="compNode" presStyleCnt="0"/>
      <dgm:spPr/>
    </dgm:pt>
    <dgm:pt modelId="{CC005CEA-0B19-43D1-9695-5496699480F9}" type="pres">
      <dgm:prSet presAssocID="{796A24E9-8C12-45AA-80A8-E3FA180A1EB5}" presName="bgRect" presStyleLbl="bgShp" presStyleIdx="1" presStyleCnt="3"/>
      <dgm:spPr/>
    </dgm:pt>
    <dgm:pt modelId="{70FB636C-EB24-40C8-B2C8-C6D9396A0200}" type="pres">
      <dgm:prSet presAssocID="{796A24E9-8C12-45AA-80A8-E3FA180A1E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67C527F-48FB-4EE2-992D-613F902D95FA}" type="pres">
      <dgm:prSet presAssocID="{796A24E9-8C12-45AA-80A8-E3FA180A1EB5}" presName="spaceRect" presStyleCnt="0"/>
      <dgm:spPr/>
    </dgm:pt>
    <dgm:pt modelId="{3BE0DEA1-32A8-4E0D-B130-18FFC14697AC}" type="pres">
      <dgm:prSet presAssocID="{796A24E9-8C12-45AA-80A8-E3FA180A1EB5}" presName="parTx" presStyleLbl="revTx" presStyleIdx="1" presStyleCnt="3">
        <dgm:presLayoutVars>
          <dgm:chMax val="0"/>
          <dgm:chPref val="0"/>
        </dgm:presLayoutVars>
      </dgm:prSet>
      <dgm:spPr/>
    </dgm:pt>
    <dgm:pt modelId="{B56A4741-507D-48C1-A766-72EEBD05241D}" type="pres">
      <dgm:prSet presAssocID="{86EBDB7D-E51C-4E4F-B412-2EF1692536DE}" presName="sibTrans" presStyleCnt="0"/>
      <dgm:spPr/>
    </dgm:pt>
    <dgm:pt modelId="{A0652B61-74BD-4A07-8C7C-C83035BB4AA7}" type="pres">
      <dgm:prSet presAssocID="{68817199-62E7-48DB-A2CC-A7D0691B4206}" presName="compNode" presStyleCnt="0"/>
      <dgm:spPr/>
    </dgm:pt>
    <dgm:pt modelId="{495FD5CB-5EBA-4938-85EF-B231833A8B64}" type="pres">
      <dgm:prSet presAssocID="{68817199-62E7-48DB-A2CC-A7D0691B4206}" presName="bgRect" presStyleLbl="bgShp" presStyleIdx="2" presStyleCnt="3"/>
      <dgm:spPr/>
    </dgm:pt>
    <dgm:pt modelId="{18C8EF16-7BB1-4422-A41E-4D5CA2A130A1}" type="pres">
      <dgm:prSet presAssocID="{68817199-62E7-48DB-A2CC-A7D0691B42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03A4085-E8B8-4628-8265-AFB827F5AD1F}" type="pres">
      <dgm:prSet presAssocID="{68817199-62E7-48DB-A2CC-A7D0691B4206}" presName="spaceRect" presStyleCnt="0"/>
      <dgm:spPr/>
    </dgm:pt>
    <dgm:pt modelId="{E4F0515E-F6C1-4CAE-AAAE-8DBE5AA4C015}" type="pres">
      <dgm:prSet presAssocID="{68817199-62E7-48DB-A2CC-A7D0691B42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8C0D0B-31FF-46AE-A5F5-A12B393E6ECE}" srcId="{7A400DCD-F5FD-465C-998B-ADD11E803D81}" destId="{850A3784-94BF-4B56-9049-029E94BA0A0A}" srcOrd="0" destOrd="0" parTransId="{1BF73DD5-2A57-411B-8AD3-CD8280F6C646}" sibTransId="{D8EBA596-B951-44CE-BF6F-98B698D81A2E}"/>
    <dgm:cxn modelId="{97DAA729-FF88-4041-A1B9-5A7DFADFB808}" srcId="{7A400DCD-F5FD-465C-998B-ADD11E803D81}" destId="{796A24E9-8C12-45AA-80A8-E3FA180A1EB5}" srcOrd="1" destOrd="0" parTransId="{72771AD0-5A85-4912-B307-4D0B76B80828}" sibTransId="{86EBDB7D-E51C-4E4F-B412-2EF1692536DE}"/>
    <dgm:cxn modelId="{420E8589-B9F4-427E-AB59-A78F9F28E44F}" type="presOf" srcId="{7A400DCD-F5FD-465C-998B-ADD11E803D81}" destId="{E7691248-884E-40D4-A8FF-B224FAA66D61}" srcOrd="0" destOrd="0" presId="urn:microsoft.com/office/officeart/2018/2/layout/IconVerticalSolidList"/>
    <dgm:cxn modelId="{679C49B9-3078-434D-B117-A500022F1FBB}" type="presOf" srcId="{850A3784-94BF-4B56-9049-029E94BA0A0A}" destId="{5E58AC9B-B975-4510-87CA-6AABFCB092DC}" srcOrd="0" destOrd="0" presId="urn:microsoft.com/office/officeart/2018/2/layout/IconVerticalSolidList"/>
    <dgm:cxn modelId="{311FC2E2-254F-416D-831C-1D7B7189B87F}" type="presOf" srcId="{796A24E9-8C12-45AA-80A8-E3FA180A1EB5}" destId="{3BE0DEA1-32A8-4E0D-B130-18FFC14697AC}" srcOrd="0" destOrd="0" presId="urn:microsoft.com/office/officeart/2018/2/layout/IconVerticalSolidList"/>
    <dgm:cxn modelId="{19D541F5-C7B1-4BEA-B9FE-6230861FB6F8}" srcId="{7A400DCD-F5FD-465C-998B-ADD11E803D81}" destId="{68817199-62E7-48DB-A2CC-A7D0691B4206}" srcOrd="2" destOrd="0" parTransId="{09D234E1-9E91-4185-9F4F-2A2D67B06610}" sibTransId="{B11C6FA4-40B1-4AE3-B326-D86BA596365F}"/>
    <dgm:cxn modelId="{062A72FC-11A4-486E-B8B0-6B2D239298CB}" type="presOf" srcId="{68817199-62E7-48DB-A2CC-A7D0691B4206}" destId="{E4F0515E-F6C1-4CAE-AAAE-8DBE5AA4C015}" srcOrd="0" destOrd="0" presId="urn:microsoft.com/office/officeart/2018/2/layout/IconVerticalSolidList"/>
    <dgm:cxn modelId="{18BB55A3-A5F9-4D01-914F-7E9FC3E44B52}" type="presParOf" srcId="{E7691248-884E-40D4-A8FF-B224FAA66D61}" destId="{E602E19A-0076-4715-A9D9-11D691B3631A}" srcOrd="0" destOrd="0" presId="urn:microsoft.com/office/officeart/2018/2/layout/IconVerticalSolidList"/>
    <dgm:cxn modelId="{8279093A-A9FB-46BD-95E5-CDAD7BFC2717}" type="presParOf" srcId="{E602E19A-0076-4715-A9D9-11D691B3631A}" destId="{487841E7-BB1E-4B9B-A9AB-BF42684D4DE1}" srcOrd="0" destOrd="0" presId="urn:microsoft.com/office/officeart/2018/2/layout/IconVerticalSolidList"/>
    <dgm:cxn modelId="{68F94818-DE8A-44D2-B394-87EA8E4F7777}" type="presParOf" srcId="{E602E19A-0076-4715-A9D9-11D691B3631A}" destId="{99950644-D5CE-4D7B-B0CF-B970A13A9DEF}" srcOrd="1" destOrd="0" presId="urn:microsoft.com/office/officeart/2018/2/layout/IconVerticalSolidList"/>
    <dgm:cxn modelId="{41C2BFCE-E91B-47F4-B3EF-A59DBC91D358}" type="presParOf" srcId="{E602E19A-0076-4715-A9D9-11D691B3631A}" destId="{726D00DD-EA1C-4CB0-A13E-9E9F33FDEA31}" srcOrd="2" destOrd="0" presId="urn:microsoft.com/office/officeart/2018/2/layout/IconVerticalSolidList"/>
    <dgm:cxn modelId="{0E2EF353-83D0-49F3-9CB5-1B76125931CB}" type="presParOf" srcId="{E602E19A-0076-4715-A9D9-11D691B3631A}" destId="{5E58AC9B-B975-4510-87CA-6AABFCB092DC}" srcOrd="3" destOrd="0" presId="urn:microsoft.com/office/officeart/2018/2/layout/IconVerticalSolidList"/>
    <dgm:cxn modelId="{75BDCB1C-A2EE-4AE7-98B1-694DF3E9CD54}" type="presParOf" srcId="{E7691248-884E-40D4-A8FF-B224FAA66D61}" destId="{94B8B624-89CC-4567-A9B0-920BF700D267}" srcOrd="1" destOrd="0" presId="urn:microsoft.com/office/officeart/2018/2/layout/IconVerticalSolidList"/>
    <dgm:cxn modelId="{B5BDFB9F-809D-4B47-AF0C-37CBB4F27507}" type="presParOf" srcId="{E7691248-884E-40D4-A8FF-B224FAA66D61}" destId="{E160A144-B927-4D62-A401-134EC61666B2}" srcOrd="2" destOrd="0" presId="urn:microsoft.com/office/officeart/2018/2/layout/IconVerticalSolidList"/>
    <dgm:cxn modelId="{07EA44A4-4D40-40C1-8C27-5D1D44F7E40D}" type="presParOf" srcId="{E160A144-B927-4D62-A401-134EC61666B2}" destId="{CC005CEA-0B19-43D1-9695-5496699480F9}" srcOrd="0" destOrd="0" presId="urn:microsoft.com/office/officeart/2018/2/layout/IconVerticalSolidList"/>
    <dgm:cxn modelId="{44F15432-6DF0-4456-BCC4-211A3BB87510}" type="presParOf" srcId="{E160A144-B927-4D62-A401-134EC61666B2}" destId="{70FB636C-EB24-40C8-B2C8-C6D9396A0200}" srcOrd="1" destOrd="0" presId="urn:microsoft.com/office/officeart/2018/2/layout/IconVerticalSolidList"/>
    <dgm:cxn modelId="{698D4F02-9F21-49CB-9028-8AC7C6011D06}" type="presParOf" srcId="{E160A144-B927-4D62-A401-134EC61666B2}" destId="{D67C527F-48FB-4EE2-992D-613F902D95FA}" srcOrd="2" destOrd="0" presId="urn:microsoft.com/office/officeart/2018/2/layout/IconVerticalSolidList"/>
    <dgm:cxn modelId="{740360FE-BE24-439D-A408-D4468E618A2A}" type="presParOf" srcId="{E160A144-B927-4D62-A401-134EC61666B2}" destId="{3BE0DEA1-32A8-4E0D-B130-18FFC14697AC}" srcOrd="3" destOrd="0" presId="urn:microsoft.com/office/officeart/2018/2/layout/IconVerticalSolidList"/>
    <dgm:cxn modelId="{6FB07645-4FC3-426C-81C1-A6D60936BB4B}" type="presParOf" srcId="{E7691248-884E-40D4-A8FF-B224FAA66D61}" destId="{B56A4741-507D-48C1-A766-72EEBD05241D}" srcOrd="3" destOrd="0" presId="urn:microsoft.com/office/officeart/2018/2/layout/IconVerticalSolidList"/>
    <dgm:cxn modelId="{E97C7EBC-6F36-4DF5-822A-8725956C7D61}" type="presParOf" srcId="{E7691248-884E-40D4-A8FF-B224FAA66D61}" destId="{A0652B61-74BD-4A07-8C7C-C83035BB4AA7}" srcOrd="4" destOrd="0" presId="urn:microsoft.com/office/officeart/2018/2/layout/IconVerticalSolidList"/>
    <dgm:cxn modelId="{D11C28D9-FB21-4F38-A7C0-05C6BBF3846F}" type="presParOf" srcId="{A0652B61-74BD-4A07-8C7C-C83035BB4AA7}" destId="{495FD5CB-5EBA-4938-85EF-B231833A8B64}" srcOrd="0" destOrd="0" presId="urn:microsoft.com/office/officeart/2018/2/layout/IconVerticalSolidList"/>
    <dgm:cxn modelId="{CCCE3736-BBA0-4336-9DE2-FA62B1DF8BC7}" type="presParOf" srcId="{A0652B61-74BD-4A07-8C7C-C83035BB4AA7}" destId="{18C8EF16-7BB1-4422-A41E-4D5CA2A130A1}" srcOrd="1" destOrd="0" presId="urn:microsoft.com/office/officeart/2018/2/layout/IconVerticalSolidList"/>
    <dgm:cxn modelId="{84AAE0DC-C8FA-444C-9398-B75CC01A956C}" type="presParOf" srcId="{A0652B61-74BD-4A07-8C7C-C83035BB4AA7}" destId="{B03A4085-E8B8-4628-8265-AFB827F5AD1F}" srcOrd="2" destOrd="0" presId="urn:microsoft.com/office/officeart/2018/2/layout/IconVerticalSolidList"/>
    <dgm:cxn modelId="{AC9356E7-B2F5-4332-A704-0BF3ECF6B55A}" type="presParOf" srcId="{A0652B61-74BD-4A07-8C7C-C83035BB4AA7}" destId="{E4F0515E-F6C1-4CAE-AAAE-8DBE5AA4C0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8362CD-6478-42A3-A3E7-BC88632DFF0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7B16366-C2B2-425F-A64C-D454A3F49366}">
      <dgm:prSet/>
      <dgm:spPr/>
      <dgm:t>
        <a:bodyPr/>
        <a:lstStyle/>
        <a:p>
          <a:pPr>
            <a:defRPr cap="all"/>
          </a:pPr>
          <a:r>
            <a:rPr lang="en-US"/>
            <a:t>Admin: Manage inventory, monitor logs, manage users</a:t>
          </a:r>
        </a:p>
      </dgm:t>
    </dgm:pt>
    <dgm:pt modelId="{D7FBD573-6611-4875-8581-4F1977E6F8A3}" type="parTrans" cxnId="{DA69B2EB-E321-4DCB-9544-12ADAE50FB03}">
      <dgm:prSet/>
      <dgm:spPr/>
      <dgm:t>
        <a:bodyPr/>
        <a:lstStyle/>
        <a:p>
          <a:endParaRPr lang="en-US"/>
        </a:p>
      </dgm:t>
    </dgm:pt>
    <dgm:pt modelId="{A0CE3668-45E5-4DF1-BC63-E8C3F3F893B3}" type="sibTrans" cxnId="{DA69B2EB-E321-4DCB-9544-12ADAE50FB03}">
      <dgm:prSet/>
      <dgm:spPr/>
      <dgm:t>
        <a:bodyPr/>
        <a:lstStyle/>
        <a:p>
          <a:endParaRPr lang="en-US"/>
        </a:p>
      </dgm:t>
    </dgm:pt>
    <dgm:pt modelId="{CCE1DB32-F590-43DC-9EAF-6E553E3D8900}">
      <dgm:prSet/>
      <dgm:spPr/>
      <dgm:t>
        <a:bodyPr/>
        <a:lstStyle/>
        <a:p>
          <a:pPr>
            <a:defRPr cap="all"/>
          </a:pPr>
          <a:r>
            <a:rPr lang="en-US"/>
            <a:t>User: Register, browse gadgets, manage cart, checkout orders</a:t>
          </a:r>
        </a:p>
      </dgm:t>
    </dgm:pt>
    <dgm:pt modelId="{826EE935-2BE1-427E-9590-1FAB8A1ABDB3}" type="parTrans" cxnId="{35A5269B-0B1D-4920-AFE4-8483F99A329E}">
      <dgm:prSet/>
      <dgm:spPr/>
      <dgm:t>
        <a:bodyPr/>
        <a:lstStyle/>
        <a:p>
          <a:endParaRPr lang="en-US"/>
        </a:p>
      </dgm:t>
    </dgm:pt>
    <dgm:pt modelId="{66F95D79-55A0-4D7B-96C1-B97D7B6E321C}" type="sibTrans" cxnId="{35A5269B-0B1D-4920-AFE4-8483F99A329E}">
      <dgm:prSet/>
      <dgm:spPr/>
      <dgm:t>
        <a:bodyPr/>
        <a:lstStyle/>
        <a:p>
          <a:endParaRPr lang="en-US"/>
        </a:p>
      </dgm:t>
    </dgm:pt>
    <dgm:pt modelId="{7BDEC8CA-18AD-46A3-A794-EFB4C119C44C}" type="pres">
      <dgm:prSet presAssocID="{5E8362CD-6478-42A3-A3E7-BC88632DFF00}" presName="root" presStyleCnt="0">
        <dgm:presLayoutVars>
          <dgm:dir/>
          <dgm:resizeHandles val="exact"/>
        </dgm:presLayoutVars>
      </dgm:prSet>
      <dgm:spPr/>
    </dgm:pt>
    <dgm:pt modelId="{6FA4ACBF-3690-48D2-914B-47FE547EE744}" type="pres">
      <dgm:prSet presAssocID="{57B16366-C2B2-425F-A64C-D454A3F49366}" presName="compNode" presStyleCnt="0"/>
      <dgm:spPr/>
    </dgm:pt>
    <dgm:pt modelId="{7A0DF97E-73D0-40F4-B109-4A9AA0FDE9CA}" type="pres">
      <dgm:prSet presAssocID="{57B16366-C2B2-425F-A64C-D454A3F49366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E3CA3EF-1246-495D-B83B-880E55118903}" type="pres">
      <dgm:prSet presAssocID="{57B16366-C2B2-425F-A64C-D454A3F493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C3358A9-44F1-4BBF-9FE0-CB7664FC6170}" type="pres">
      <dgm:prSet presAssocID="{57B16366-C2B2-425F-A64C-D454A3F49366}" presName="spaceRect" presStyleCnt="0"/>
      <dgm:spPr/>
    </dgm:pt>
    <dgm:pt modelId="{EB195738-BA47-4DD7-A5BE-ABCCC4D7BE13}" type="pres">
      <dgm:prSet presAssocID="{57B16366-C2B2-425F-A64C-D454A3F49366}" presName="textRect" presStyleLbl="revTx" presStyleIdx="0" presStyleCnt="2">
        <dgm:presLayoutVars>
          <dgm:chMax val="1"/>
          <dgm:chPref val="1"/>
        </dgm:presLayoutVars>
      </dgm:prSet>
      <dgm:spPr/>
    </dgm:pt>
    <dgm:pt modelId="{60466E56-0918-4411-8F5E-DCBAFFA03F70}" type="pres">
      <dgm:prSet presAssocID="{A0CE3668-45E5-4DF1-BC63-E8C3F3F893B3}" presName="sibTrans" presStyleCnt="0"/>
      <dgm:spPr/>
    </dgm:pt>
    <dgm:pt modelId="{9D63E5C4-52B1-4FC4-9345-30C1E8F623D6}" type="pres">
      <dgm:prSet presAssocID="{CCE1DB32-F590-43DC-9EAF-6E553E3D8900}" presName="compNode" presStyleCnt="0"/>
      <dgm:spPr/>
    </dgm:pt>
    <dgm:pt modelId="{2DD62E68-24AF-4FF9-8361-3C65548F40FC}" type="pres">
      <dgm:prSet presAssocID="{CCE1DB32-F590-43DC-9EAF-6E553E3D8900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4E9E269-5130-475C-BD0D-612E0922009C}" type="pres">
      <dgm:prSet presAssocID="{CCE1DB32-F590-43DC-9EAF-6E553E3D890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5F21586-AEDB-4718-B3DD-B5468765707D}" type="pres">
      <dgm:prSet presAssocID="{CCE1DB32-F590-43DC-9EAF-6E553E3D8900}" presName="spaceRect" presStyleCnt="0"/>
      <dgm:spPr/>
    </dgm:pt>
    <dgm:pt modelId="{2608542A-465C-4AAC-B206-D8B082E09D59}" type="pres">
      <dgm:prSet presAssocID="{CCE1DB32-F590-43DC-9EAF-6E553E3D890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4877A50-3309-4905-A6A2-9F45A0C4263A}" type="presOf" srcId="{5E8362CD-6478-42A3-A3E7-BC88632DFF00}" destId="{7BDEC8CA-18AD-46A3-A794-EFB4C119C44C}" srcOrd="0" destOrd="0" presId="urn:microsoft.com/office/officeart/2018/5/layout/IconLeafLabelList"/>
    <dgm:cxn modelId="{35A5269B-0B1D-4920-AFE4-8483F99A329E}" srcId="{5E8362CD-6478-42A3-A3E7-BC88632DFF00}" destId="{CCE1DB32-F590-43DC-9EAF-6E553E3D8900}" srcOrd="1" destOrd="0" parTransId="{826EE935-2BE1-427E-9590-1FAB8A1ABDB3}" sibTransId="{66F95D79-55A0-4D7B-96C1-B97D7B6E321C}"/>
    <dgm:cxn modelId="{A9E3809D-96AA-4618-86E7-FB873DC25B27}" type="presOf" srcId="{57B16366-C2B2-425F-A64C-D454A3F49366}" destId="{EB195738-BA47-4DD7-A5BE-ABCCC4D7BE13}" srcOrd="0" destOrd="0" presId="urn:microsoft.com/office/officeart/2018/5/layout/IconLeafLabelList"/>
    <dgm:cxn modelId="{FC5AE1D3-62C4-48C5-B372-3A3E1F187803}" type="presOf" srcId="{CCE1DB32-F590-43DC-9EAF-6E553E3D8900}" destId="{2608542A-465C-4AAC-B206-D8B082E09D59}" srcOrd="0" destOrd="0" presId="urn:microsoft.com/office/officeart/2018/5/layout/IconLeafLabelList"/>
    <dgm:cxn modelId="{DA69B2EB-E321-4DCB-9544-12ADAE50FB03}" srcId="{5E8362CD-6478-42A3-A3E7-BC88632DFF00}" destId="{57B16366-C2B2-425F-A64C-D454A3F49366}" srcOrd="0" destOrd="0" parTransId="{D7FBD573-6611-4875-8581-4F1977E6F8A3}" sibTransId="{A0CE3668-45E5-4DF1-BC63-E8C3F3F893B3}"/>
    <dgm:cxn modelId="{14E22990-566D-4F99-B962-63340A5716B6}" type="presParOf" srcId="{7BDEC8CA-18AD-46A3-A794-EFB4C119C44C}" destId="{6FA4ACBF-3690-48D2-914B-47FE547EE744}" srcOrd="0" destOrd="0" presId="urn:microsoft.com/office/officeart/2018/5/layout/IconLeafLabelList"/>
    <dgm:cxn modelId="{4C2BBF07-E6FB-451F-A7BA-6E3E733EED5F}" type="presParOf" srcId="{6FA4ACBF-3690-48D2-914B-47FE547EE744}" destId="{7A0DF97E-73D0-40F4-B109-4A9AA0FDE9CA}" srcOrd="0" destOrd="0" presId="urn:microsoft.com/office/officeart/2018/5/layout/IconLeafLabelList"/>
    <dgm:cxn modelId="{D198729E-113D-403B-9BDF-21568E6B124E}" type="presParOf" srcId="{6FA4ACBF-3690-48D2-914B-47FE547EE744}" destId="{9E3CA3EF-1246-495D-B83B-880E55118903}" srcOrd="1" destOrd="0" presId="urn:microsoft.com/office/officeart/2018/5/layout/IconLeafLabelList"/>
    <dgm:cxn modelId="{501F9453-A57F-4C56-886C-C8EEFAA8B66A}" type="presParOf" srcId="{6FA4ACBF-3690-48D2-914B-47FE547EE744}" destId="{5C3358A9-44F1-4BBF-9FE0-CB7664FC6170}" srcOrd="2" destOrd="0" presId="urn:microsoft.com/office/officeart/2018/5/layout/IconLeafLabelList"/>
    <dgm:cxn modelId="{26C40C7E-9D84-467D-9332-1946EC39E8D1}" type="presParOf" srcId="{6FA4ACBF-3690-48D2-914B-47FE547EE744}" destId="{EB195738-BA47-4DD7-A5BE-ABCCC4D7BE13}" srcOrd="3" destOrd="0" presId="urn:microsoft.com/office/officeart/2018/5/layout/IconLeafLabelList"/>
    <dgm:cxn modelId="{4857C1B3-147A-430D-8073-5297318C9B48}" type="presParOf" srcId="{7BDEC8CA-18AD-46A3-A794-EFB4C119C44C}" destId="{60466E56-0918-4411-8F5E-DCBAFFA03F70}" srcOrd="1" destOrd="0" presId="urn:microsoft.com/office/officeart/2018/5/layout/IconLeafLabelList"/>
    <dgm:cxn modelId="{980003A6-4D61-47CA-BD90-35E1814A00B2}" type="presParOf" srcId="{7BDEC8CA-18AD-46A3-A794-EFB4C119C44C}" destId="{9D63E5C4-52B1-4FC4-9345-30C1E8F623D6}" srcOrd="2" destOrd="0" presId="urn:microsoft.com/office/officeart/2018/5/layout/IconLeafLabelList"/>
    <dgm:cxn modelId="{BF908FDB-6850-4059-8A00-3D2CB8900B31}" type="presParOf" srcId="{9D63E5C4-52B1-4FC4-9345-30C1E8F623D6}" destId="{2DD62E68-24AF-4FF9-8361-3C65548F40FC}" srcOrd="0" destOrd="0" presId="urn:microsoft.com/office/officeart/2018/5/layout/IconLeafLabelList"/>
    <dgm:cxn modelId="{512F1B23-932F-47BD-BB3D-07F0FFEB7996}" type="presParOf" srcId="{9D63E5C4-52B1-4FC4-9345-30C1E8F623D6}" destId="{74E9E269-5130-475C-BD0D-612E0922009C}" srcOrd="1" destOrd="0" presId="urn:microsoft.com/office/officeart/2018/5/layout/IconLeafLabelList"/>
    <dgm:cxn modelId="{270A6D07-8723-4008-89F2-E2E8ECD39EF7}" type="presParOf" srcId="{9D63E5C4-52B1-4FC4-9345-30C1E8F623D6}" destId="{B5F21586-AEDB-4718-B3DD-B5468765707D}" srcOrd="2" destOrd="0" presId="urn:microsoft.com/office/officeart/2018/5/layout/IconLeafLabelList"/>
    <dgm:cxn modelId="{28EA0B04-2A43-490F-AE88-185787D7BF26}" type="presParOf" srcId="{9D63E5C4-52B1-4FC4-9345-30C1E8F623D6}" destId="{2608542A-465C-4AAC-B206-D8B082E09D5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6187FD3-0760-4D82-85A4-5B68C06AF3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7D19E7-A2CA-447C-8144-DBAA8A5283C6}">
      <dgm:prSet/>
      <dgm:spPr/>
      <dgm:t>
        <a:bodyPr/>
        <a:lstStyle/>
        <a:p>
          <a:r>
            <a:rPr lang="en-US"/>
            <a:t>Three-tier architecture</a:t>
          </a:r>
        </a:p>
      </dgm:t>
    </dgm:pt>
    <dgm:pt modelId="{A87B689E-C16E-4F69-B974-45B2229D9D27}" type="parTrans" cxnId="{9265A56B-7717-4A9D-9421-1730B0ECF487}">
      <dgm:prSet/>
      <dgm:spPr/>
      <dgm:t>
        <a:bodyPr/>
        <a:lstStyle/>
        <a:p>
          <a:endParaRPr lang="en-US"/>
        </a:p>
      </dgm:t>
    </dgm:pt>
    <dgm:pt modelId="{AB52B9A7-4A4A-4E8B-AF28-6B4781F664C7}" type="sibTrans" cxnId="{9265A56B-7717-4A9D-9421-1730B0ECF487}">
      <dgm:prSet/>
      <dgm:spPr/>
      <dgm:t>
        <a:bodyPr/>
        <a:lstStyle/>
        <a:p>
          <a:endParaRPr lang="en-US"/>
        </a:p>
      </dgm:t>
    </dgm:pt>
    <dgm:pt modelId="{657AB8C2-5ABB-4C7E-9814-9E01C507CE1B}">
      <dgm:prSet/>
      <dgm:spPr/>
      <dgm:t>
        <a:bodyPr/>
        <a:lstStyle/>
        <a:p>
          <a:r>
            <a:rPr lang="en-US"/>
            <a:t>Presentation Layer: HTML, CSS, JavaScript</a:t>
          </a:r>
        </a:p>
      </dgm:t>
    </dgm:pt>
    <dgm:pt modelId="{4201B63D-6686-4151-BCB7-712554014300}" type="parTrans" cxnId="{8D49A38A-5358-4528-A03B-DD14F490EE3E}">
      <dgm:prSet/>
      <dgm:spPr/>
      <dgm:t>
        <a:bodyPr/>
        <a:lstStyle/>
        <a:p>
          <a:endParaRPr lang="en-US"/>
        </a:p>
      </dgm:t>
    </dgm:pt>
    <dgm:pt modelId="{EFB2A1C3-0F13-4F5B-8659-02849D57F56C}" type="sibTrans" cxnId="{8D49A38A-5358-4528-A03B-DD14F490EE3E}">
      <dgm:prSet/>
      <dgm:spPr/>
      <dgm:t>
        <a:bodyPr/>
        <a:lstStyle/>
        <a:p>
          <a:endParaRPr lang="en-US"/>
        </a:p>
      </dgm:t>
    </dgm:pt>
    <dgm:pt modelId="{B31BC6CB-3259-4724-A761-E3AA5EC55841}">
      <dgm:prSet/>
      <dgm:spPr/>
      <dgm:t>
        <a:bodyPr/>
        <a:lstStyle/>
        <a:p>
          <a:r>
            <a:rPr lang="en-US"/>
            <a:t>Logic Layer: Python backend</a:t>
          </a:r>
        </a:p>
      </dgm:t>
    </dgm:pt>
    <dgm:pt modelId="{73F555CE-93A4-4680-A8CF-739DF9394E8E}" type="parTrans" cxnId="{7F880978-8E29-4F1F-B021-D6C06A589F99}">
      <dgm:prSet/>
      <dgm:spPr/>
      <dgm:t>
        <a:bodyPr/>
        <a:lstStyle/>
        <a:p>
          <a:endParaRPr lang="en-US"/>
        </a:p>
      </dgm:t>
    </dgm:pt>
    <dgm:pt modelId="{98992EE9-0879-42C2-ADF8-5CBEDA449EE7}" type="sibTrans" cxnId="{7F880978-8E29-4F1F-B021-D6C06A589F99}">
      <dgm:prSet/>
      <dgm:spPr/>
      <dgm:t>
        <a:bodyPr/>
        <a:lstStyle/>
        <a:p>
          <a:endParaRPr lang="en-US"/>
        </a:p>
      </dgm:t>
    </dgm:pt>
    <dgm:pt modelId="{5E975B6C-A0DE-4EB3-8DB3-39D61636A760}">
      <dgm:prSet/>
      <dgm:spPr/>
      <dgm:t>
        <a:bodyPr/>
        <a:lstStyle/>
        <a:p>
          <a:r>
            <a:rPr lang="en-US"/>
            <a:t>Data Layer: MySQL database</a:t>
          </a:r>
        </a:p>
      </dgm:t>
    </dgm:pt>
    <dgm:pt modelId="{60642634-0627-48E9-A9B9-882A4E451532}" type="parTrans" cxnId="{1C218E9E-B9CC-4065-83AD-64390E6E4EE5}">
      <dgm:prSet/>
      <dgm:spPr/>
      <dgm:t>
        <a:bodyPr/>
        <a:lstStyle/>
        <a:p>
          <a:endParaRPr lang="en-US"/>
        </a:p>
      </dgm:t>
    </dgm:pt>
    <dgm:pt modelId="{3A3A2914-DEC9-444F-8E4A-0B43945D5EE2}" type="sibTrans" cxnId="{1C218E9E-B9CC-4065-83AD-64390E6E4EE5}">
      <dgm:prSet/>
      <dgm:spPr/>
      <dgm:t>
        <a:bodyPr/>
        <a:lstStyle/>
        <a:p>
          <a:endParaRPr lang="en-US"/>
        </a:p>
      </dgm:t>
    </dgm:pt>
    <dgm:pt modelId="{C1957F36-B403-48D6-85E6-DAB495D53942}" type="pres">
      <dgm:prSet presAssocID="{A6187FD3-0760-4D82-85A4-5B68C06AF381}" presName="root" presStyleCnt="0">
        <dgm:presLayoutVars>
          <dgm:dir/>
          <dgm:resizeHandles val="exact"/>
        </dgm:presLayoutVars>
      </dgm:prSet>
      <dgm:spPr/>
    </dgm:pt>
    <dgm:pt modelId="{1058A375-04E9-439F-9764-2C778C5F0F9C}" type="pres">
      <dgm:prSet presAssocID="{5D7D19E7-A2CA-447C-8144-DBAA8A5283C6}" presName="compNode" presStyleCnt="0"/>
      <dgm:spPr/>
    </dgm:pt>
    <dgm:pt modelId="{C737A460-DF50-4FAF-B7D7-C844486CFE3F}" type="pres">
      <dgm:prSet presAssocID="{5D7D19E7-A2CA-447C-8144-DBAA8A5283C6}" presName="bgRect" presStyleLbl="bgShp" presStyleIdx="0" presStyleCnt="4"/>
      <dgm:spPr/>
    </dgm:pt>
    <dgm:pt modelId="{278DBCCF-88A7-4AB7-9344-08961CE814CB}" type="pres">
      <dgm:prSet presAssocID="{5D7D19E7-A2CA-447C-8144-DBAA8A5283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lege Football"/>
        </a:ext>
      </dgm:extLst>
    </dgm:pt>
    <dgm:pt modelId="{FC1C5F7B-CF4D-4913-94F2-FA65F4120192}" type="pres">
      <dgm:prSet presAssocID="{5D7D19E7-A2CA-447C-8144-DBAA8A5283C6}" presName="spaceRect" presStyleCnt="0"/>
      <dgm:spPr/>
    </dgm:pt>
    <dgm:pt modelId="{FB6A2BCE-664B-4F32-A572-3D5C70B7EA17}" type="pres">
      <dgm:prSet presAssocID="{5D7D19E7-A2CA-447C-8144-DBAA8A5283C6}" presName="parTx" presStyleLbl="revTx" presStyleIdx="0" presStyleCnt="4">
        <dgm:presLayoutVars>
          <dgm:chMax val="0"/>
          <dgm:chPref val="0"/>
        </dgm:presLayoutVars>
      </dgm:prSet>
      <dgm:spPr/>
    </dgm:pt>
    <dgm:pt modelId="{F855C776-BCBE-4466-96D2-5BE77CB3EEE3}" type="pres">
      <dgm:prSet presAssocID="{AB52B9A7-4A4A-4E8B-AF28-6B4781F664C7}" presName="sibTrans" presStyleCnt="0"/>
      <dgm:spPr/>
    </dgm:pt>
    <dgm:pt modelId="{AE3F9C16-B730-44AC-8561-557A938861E8}" type="pres">
      <dgm:prSet presAssocID="{657AB8C2-5ABB-4C7E-9814-9E01C507CE1B}" presName="compNode" presStyleCnt="0"/>
      <dgm:spPr/>
    </dgm:pt>
    <dgm:pt modelId="{163C141D-27B0-4C1E-95F0-2319F8628793}" type="pres">
      <dgm:prSet presAssocID="{657AB8C2-5ABB-4C7E-9814-9E01C507CE1B}" presName="bgRect" presStyleLbl="bgShp" presStyleIdx="1" presStyleCnt="4"/>
      <dgm:spPr/>
    </dgm:pt>
    <dgm:pt modelId="{8CBDD294-471E-4604-819B-BA93E1D2DBEC}" type="pres">
      <dgm:prSet presAssocID="{657AB8C2-5ABB-4C7E-9814-9E01C507CE1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e HTML"/>
        </a:ext>
      </dgm:extLst>
    </dgm:pt>
    <dgm:pt modelId="{3D3B23C0-6A40-4E92-80AB-7DF3409610D7}" type="pres">
      <dgm:prSet presAssocID="{657AB8C2-5ABB-4C7E-9814-9E01C507CE1B}" presName="spaceRect" presStyleCnt="0"/>
      <dgm:spPr/>
    </dgm:pt>
    <dgm:pt modelId="{AB4C4B51-5723-4C40-8AE2-FB0C0F9ADD11}" type="pres">
      <dgm:prSet presAssocID="{657AB8C2-5ABB-4C7E-9814-9E01C507CE1B}" presName="parTx" presStyleLbl="revTx" presStyleIdx="1" presStyleCnt="4">
        <dgm:presLayoutVars>
          <dgm:chMax val="0"/>
          <dgm:chPref val="0"/>
        </dgm:presLayoutVars>
      </dgm:prSet>
      <dgm:spPr/>
    </dgm:pt>
    <dgm:pt modelId="{7CBD7874-5C5C-4EEE-BDEE-11AA2554A24E}" type="pres">
      <dgm:prSet presAssocID="{EFB2A1C3-0F13-4F5B-8659-02849D57F56C}" presName="sibTrans" presStyleCnt="0"/>
      <dgm:spPr/>
    </dgm:pt>
    <dgm:pt modelId="{DBD13F80-29BE-4597-88DC-A00540A1A4F5}" type="pres">
      <dgm:prSet presAssocID="{B31BC6CB-3259-4724-A761-E3AA5EC55841}" presName="compNode" presStyleCnt="0"/>
      <dgm:spPr/>
    </dgm:pt>
    <dgm:pt modelId="{E4280A82-6BAE-491B-941E-1D58B7DDEC9A}" type="pres">
      <dgm:prSet presAssocID="{B31BC6CB-3259-4724-A761-E3AA5EC55841}" presName="bgRect" presStyleLbl="bgShp" presStyleIdx="2" presStyleCnt="4"/>
      <dgm:spPr/>
    </dgm:pt>
    <dgm:pt modelId="{0DE25887-B175-43D9-AF91-F1DC4B5B241E}" type="pres">
      <dgm:prSet presAssocID="{B31BC6CB-3259-4724-A761-E3AA5EC558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A4A4E7B-1FAF-40BC-A011-5666074B7856}" type="pres">
      <dgm:prSet presAssocID="{B31BC6CB-3259-4724-A761-E3AA5EC55841}" presName="spaceRect" presStyleCnt="0"/>
      <dgm:spPr/>
    </dgm:pt>
    <dgm:pt modelId="{1209F3EF-CD09-48FF-977E-0794C08C1C9B}" type="pres">
      <dgm:prSet presAssocID="{B31BC6CB-3259-4724-A761-E3AA5EC55841}" presName="parTx" presStyleLbl="revTx" presStyleIdx="2" presStyleCnt="4">
        <dgm:presLayoutVars>
          <dgm:chMax val="0"/>
          <dgm:chPref val="0"/>
        </dgm:presLayoutVars>
      </dgm:prSet>
      <dgm:spPr/>
    </dgm:pt>
    <dgm:pt modelId="{74199C6E-FD36-4356-8E03-044890CC746D}" type="pres">
      <dgm:prSet presAssocID="{98992EE9-0879-42C2-ADF8-5CBEDA449EE7}" presName="sibTrans" presStyleCnt="0"/>
      <dgm:spPr/>
    </dgm:pt>
    <dgm:pt modelId="{83C26A73-7603-4240-A68D-C11D67A4F1BB}" type="pres">
      <dgm:prSet presAssocID="{5E975B6C-A0DE-4EB3-8DB3-39D61636A760}" presName="compNode" presStyleCnt="0"/>
      <dgm:spPr/>
    </dgm:pt>
    <dgm:pt modelId="{876F48D8-2B97-48BE-A4F4-239459903BC3}" type="pres">
      <dgm:prSet presAssocID="{5E975B6C-A0DE-4EB3-8DB3-39D61636A760}" presName="bgRect" presStyleLbl="bgShp" presStyleIdx="3" presStyleCnt="4"/>
      <dgm:spPr/>
    </dgm:pt>
    <dgm:pt modelId="{1667A650-5639-467F-A34E-9FCBBE3E493B}" type="pres">
      <dgm:prSet presAssocID="{5E975B6C-A0DE-4EB3-8DB3-39D61636A7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F770E96-7EC3-4566-A91C-FF676D97D290}" type="pres">
      <dgm:prSet presAssocID="{5E975B6C-A0DE-4EB3-8DB3-39D61636A760}" presName="spaceRect" presStyleCnt="0"/>
      <dgm:spPr/>
    </dgm:pt>
    <dgm:pt modelId="{4FA579A6-AB88-4199-903B-AF7F2615319F}" type="pres">
      <dgm:prSet presAssocID="{5E975B6C-A0DE-4EB3-8DB3-39D61636A7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C702A27-18FD-4233-9B0F-679918755905}" type="presOf" srcId="{5E975B6C-A0DE-4EB3-8DB3-39D61636A760}" destId="{4FA579A6-AB88-4199-903B-AF7F2615319F}" srcOrd="0" destOrd="0" presId="urn:microsoft.com/office/officeart/2018/2/layout/IconVerticalSolidList"/>
    <dgm:cxn modelId="{15DA6844-7ABA-44F4-BD0B-CCBD681D53E1}" type="presOf" srcId="{A6187FD3-0760-4D82-85A4-5B68C06AF381}" destId="{C1957F36-B403-48D6-85E6-DAB495D53942}" srcOrd="0" destOrd="0" presId="urn:microsoft.com/office/officeart/2018/2/layout/IconVerticalSolidList"/>
    <dgm:cxn modelId="{91F3CE68-CFA3-4112-9F30-6EF6D07AF790}" type="presOf" srcId="{657AB8C2-5ABB-4C7E-9814-9E01C507CE1B}" destId="{AB4C4B51-5723-4C40-8AE2-FB0C0F9ADD11}" srcOrd="0" destOrd="0" presId="urn:microsoft.com/office/officeart/2018/2/layout/IconVerticalSolidList"/>
    <dgm:cxn modelId="{300DE848-CC46-4E35-8B6E-2BCEFECA1EF0}" type="presOf" srcId="{5D7D19E7-A2CA-447C-8144-DBAA8A5283C6}" destId="{FB6A2BCE-664B-4F32-A572-3D5C70B7EA17}" srcOrd="0" destOrd="0" presId="urn:microsoft.com/office/officeart/2018/2/layout/IconVerticalSolidList"/>
    <dgm:cxn modelId="{9265A56B-7717-4A9D-9421-1730B0ECF487}" srcId="{A6187FD3-0760-4D82-85A4-5B68C06AF381}" destId="{5D7D19E7-A2CA-447C-8144-DBAA8A5283C6}" srcOrd="0" destOrd="0" parTransId="{A87B689E-C16E-4F69-B974-45B2229D9D27}" sibTransId="{AB52B9A7-4A4A-4E8B-AF28-6B4781F664C7}"/>
    <dgm:cxn modelId="{7F880978-8E29-4F1F-B021-D6C06A589F99}" srcId="{A6187FD3-0760-4D82-85A4-5B68C06AF381}" destId="{B31BC6CB-3259-4724-A761-E3AA5EC55841}" srcOrd="2" destOrd="0" parTransId="{73F555CE-93A4-4680-A8CF-739DF9394E8E}" sibTransId="{98992EE9-0879-42C2-ADF8-5CBEDA449EE7}"/>
    <dgm:cxn modelId="{8D49A38A-5358-4528-A03B-DD14F490EE3E}" srcId="{A6187FD3-0760-4D82-85A4-5B68C06AF381}" destId="{657AB8C2-5ABB-4C7E-9814-9E01C507CE1B}" srcOrd="1" destOrd="0" parTransId="{4201B63D-6686-4151-BCB7-712554014300}" sibTransId="{EFB2A1C3-0F13-4F5B-8659-02849D57F56C}"/>
    <dgm:cxn modelId="{1C218E9E-B9CC-4065-83AD-64390E6E4EE5}" srcId="{A6187FD3-0760-4D82-85A4-5B68C06AF381}" destId="{5E975B6C-A0DE-4EB3-8DB3-39D61636A760}" srcOrd="3" destOrd="0" parTransId="{60642634-0627-48E9-A9B9-882A4E451532}" sibTransId="{3A3A2914-DEC9-444F-8E4A-0B43945D5EE2}"/>
    <dgm:cxn modelId="{EE8C65FC-5DE1-46ED-910A-FDB5DC83DCA5}" type="presOf" srcId="{B31BC6CB-3259-4724-A761-E3AA5EC55841}" destId="{1209F3EF-CD09-48FF-977E-0794C08C1C9B}" srcOrd="0" destOrd="0" presId="urn:microsoft.com/office/officeart/2018/2/layout/IconVerticalSolidList"/>
    <dgm:cxn modelId="{7C20307B-A715-4782-A94F-EC3F397B8574}" type="presParOf" srcId="{C1957F36-B403-48D6-85E6-DAB495D53942}" destId="{1058A375-04E9-439F-9764-2C778C5F0F9C}" srcOrd="0" destOrd="0" presId="urn:microsoft.com/office/officeart/2018/2/layout/IconVerticalSolidList"/>
    <dgm:cxn modelId="{BF48597A-3E46-48E1-80C3-6F0DD146DB03}" type="presParOf" srcId="{1058A375-04E9-439F-9764-2C778C5F0F9C}" destId="{C737A460-DF50-4FAF-B7D7-C844486CFE3F}" srcOrd="0" destOrd="0" presId="urn:microsoft.com/office/officeart/2018/2/layout/IconVerticalSolidList"/>
    <dgm:cxn modelId="{46A766DE-BD6D-4CB7-8A46-527983B94D87}" type="presParOf" srcId="{1058A375-04E9-439F-9764-2C778C5F0F9C}" destId="{278DBCCF-88A7-4AB7-9344-08961CE814CB}" srcOrd="1" destOrd="0" presId="urn:microsoft.com/office/officeart/2018/2/layout/IconVerticalSolidList"/>
    <dgm:cxn modelId="{59953BC5-60C0-4213-BE78-2CE88FBAA6D9}" type="presParOf" srcId="{1058A375-04E9-439F-9764-2C778C5F0F9C}" destId="{FC1C5F7B-CF4D-4913-94F2-FA65F4120192}" srcOrd="2" destOrd="0" presId="urn:microsoft.com/office/officeart/2018/2/layout/IconVerticalSolidList"/>
    <dgm:cxn modelId="{99E63CEA-FF69-4939-A4A3-6979DEEEA358}" type="presParOf" srcId="{1058A375-04E9-439F-9764-2C778C5F0F9C}" destId="{FB6A2BCE-664B-4F32-A572-3D5C70B7EA17}" srcOrd="3" destOrd="0" presId="urn:microsoft.com/office/officeart/2018/2/layout/IconVerticalSolidList"/>
    <dgm:cxn modelId="{8E2BEF9E-3A54-4733-8AEA-8313F8CB1E80}" type="presParOf" srcId="{C1957F36-B403-48D6-85E6-DAB495D53942}" destId="{F855C776-BCBE-4466-96D2-5BE77CB3EEE3}" srcOrd="1" destOrd="0" presId="urn:microsoft.com/office/officeart/2018/2/layout/IconVerticalSolidList"/>
    <dgm:cxn modelId="{CE23E6DB-0DEA-4F42-A87A-4E414AC92D48}" type="presParOf" srcId="{C1957F36-B403-48D6-85E6-DAB495D53942}" destId="{AE3F9C16-B730-44AC-8561-557A938861E8}" srcOrd="2" destOrd="0" presId="urn:microsoft.com/office/officeart/2018/2/layout/IconVerticalSolidList"/>
    <dgm:cxn modelId="{2E8D5261-05E0-4455-AEAF-B14D96965209}" type="presParOf" srcId="{AE3F9C16-B730-44AC-8561-557A938861E8}" destId="{163C141D-27B0-4C1E-95F0-2319F8628793}" srcOrd="0" destOrd="0" presId="urn:microsoft.com/office/officeart/2018/2/layout/IconVerticalSolidList"/>
    <dgm:cxn modelId="{8D47F515-AEE3-4463-9308-81DE77C6BF29}" type="presParOf" srcId="{AE3F9C16-B730-44AC-8561-557A938861E8}" destId="{8CBDD294-471E-4604-819B-BA93E1D2DBEC}" srcOrd="1" destOrd="0" presId="urn:microsoft.com/office/officeart/2018/2/layout/IconVerticalSolidList"/>
    <dgm:cxn modelId="{7A042DC2-73D4-437A-9DB5-6060B3EB1C30}" type="presParOf" srcId="{AE3F9C16-B730-44AC-8561-557A938861E8}" destId="{3D3B23C0-6A40-4E92-80AB-7DF3409610D7}" srcOrd="2" destOrd="0" presId="urn:microsoft.com/office/officeart/2018/2/layout/IconVerticalSolidList"/>
    <dgm:cxn modelId="{2BAE190D-527E-450D-A342-97ABE88CAEE2}" type="presParOf" srcId="{AE3F9C16-B730-44AC-8561-557A938861E8}" destId="{AB4C4B51-5723-4C40-8AE2-FB0C0F9ADD11}" srcOrd="3" destOrd="0" presId="urn:microsoft.com/office/officeart/2018/2/layout/IconVerticalSolidList"/>
    <dgm:cxn modelId="{2A1ADA86-FF22-45DF-A825-7CE2A7337AF0}" type="presParOf" srcId="{C1957F36-B403-48D6-85E6-DAB495D53942}" destId="{7CBD7874-5C5C-4EEE-BDEE-11AA2554A24E}" srcOrd="3" destOrd="0" presId="urn:microsoft.com/office/officeart/2018/2/layout/IconVerticalSolidList"/>
    <dgm:cxn modelId="{DADAAAAC-915D-40C8-8C30-F1E44A024088}" type="presParOf" srcId="{C1957F36-B403-48D6-85E6-DAB495D53942}" destId="{DBD13F80-29BE-4597-88DC-A00540A1A4F5}" srcOrd="4" destOrd="0" presId="urn:microsoft.com/office/officeart/2018/2/layout/IconVerticalSolidList"/>
    <dgm:cxn modelId="{B5013D83-069A-4676-8E39-3D8A315049DB}" type="presParOf" srcId="{DBD13F80-29BE-4597-88DC-A00540A1A4F5}" destId="{E4280A82-6BAE-491B-941E-1D58B7DDEC9A}" srcOrd="0" destOrd="0" presId="urn:microsoft.com/office/officeart/2018/2/layout/IconVerticalSolidList"/>
    <dgm:cxn modelId="{7C2E3F37-54AA-4099-B430-CF4B8A02F58B}" type="presParOf" srcId="{DBD13F80-29BE-4597-88DC-A00540A1A4F5}" destId="{0DE25887-B175-43D9-AF91-F1DC4B5B241E}" srcOrd="1" destOrd="0" presId="urn:microsoft.com/office/officeart/2018/2/layout/IconVerticalSolidList"/>
    <dgm:cxn modelId="{1271A561-D011-4CFD-B1EB-92954CB9778B}" type="presParOf" srcId="{DBD13F80-29BE-4597-88DC-A00540A1A4F5}" destId="{2A4A4E7B-1FAF-40BC-A011-5666074B7856}" srcOrd="2" destOrd="0" presId="urn:microsoft.com/office/officeart/2018/2/layout/IconVerticalSolidList"/>
    <dgm:cxn modelId="{7CBDE26B-83C5-4812-88CD-42D193E7DAED}" type="presParOf" srcId="{DBD13F80-29BE-4597-88DC-A00540A1A4F5}" destId="{1209F3EF-CD09-48FF-977E-0794C08C1C9B}" srcOrd="3" destOrd="0" presId="urn:microsoft.com/office/officeart/2018/2/layout/IconVerticalSolidList"/>
    <dgm:cxn modelId="{0127D1D8-660B-4230-AC3F-FAF9B4EDC0AE}" type="presParOf" srcId="{C1957F36-B403-48D6-85E6-DAB495D53942}" destId="{74199C6E-FD36-4356-8E03-044890CC746D}" srcOrd="5" destOrd="0" presId="urn:microsoft.com/office/officeart/2018/2/layout/IconVerticalSolidList"/>
    <dgm:cxn modelId="{AFF4AFE7-1498-4E23-B3AE-54F03120A748}" type="presParOf" srcId="{C1957F36-B403-48D6-85E6-DAB495D53942}" destId="{83C26A73-7603-4240-A68D-C11D67A4F1BB}" srcOrd="6" destOrd="0" presId="urn:microsoft.com/office/officeart/2018/2/layout/IconVerticalSolidList"/>
    <dgm:cxn modelId="{9F01AE08-EF8F-42C1-AE0E-EB4774810F17}" type="presParOf" srcId="{83C26A73-7603-4240-A68D-C11D67A4F1BB}" destId="{876F48D8-2B97-48BE-A4F4-239459903BC3}" srcOrd="0" destOrd="0" presId="urn:microsoft.com/office/officeart/2018/2/layout/IconVerticalSolidList"/>
    <dgm:cxn modelId="{773EFFFF-14F3-4427-9B0A-69FF76B86C6D}" type="presParOf" srcId="{83C26A73-7603-4240-A68D-C11D67A4F1BB}" destId="{1667A650-5639-467F-A34E-9FCBBE3E493B}" srcOrd="1" destOrd="0" presId="urn:microsoft.com/office/officeart/2018/2/layout/IconVerticalSolidList"/>
    <dgm:cxn modelId="{880D374C-FC1F-4CF9-8CD7-BA6530A180DF}" type="presParOf" srcId="{83C26A73-7603-4240-A68D-C11D67A4F1BB}" destId="{5F770E96-7EC3-4566-A91C-FF676D97D290}" srcOrd="2" destOrd="0" presId="urn:microsoft.com/office/officeart/2018/2/layout/IconVerticalSolidList"/>
    <dgm:cxn modelId="{6AD311D5-955C-4EDC-8793-001C9F38F7B1}" type="presParOf" srcId="{83C26A73-7603-4240-A68D-C11D67A4F1BB}" destId="{4FA579A6-AB88-4199-903B-AF7F261531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38F4D36-3E52-46BD-A9AE-60D72E769A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9055FBC-E33D-48BC-8B20-48F02D61F261}">
      <dgm:prSet/>
      <dgm:spPr/>
      <dgm:t>
        <a:bodyPr/>
        <a:lstStyle/>
        <a:p>
          <a:r>
            <a:rPr lang="en-US"/>
            <a:t>users table: credentials and profiles</a:t>
          </a:r>
        </a:p>
      </dgm:t>
    </dgm:pt>
    <dgm:pt modelId="{AEF5C4DF-4DCA-45EE-BE60-C0E0AD3C111F}" type="parTrans" cxnId="{1CBE3ADB-B712-4023-A813-3F9677B4BDCD}">
      <dgm:prSet/>
      <dgm:spPr/>
      <dgm:t>
        <a:bodyPr/>
        <a:lstStyle/>
        <a:p>
          <a:endParaRPr lang="en-US"/>
        </a:p>
      </dgm:t>
    </dgm:pt>
    <dgm:pt modelId="{EAD613EB-08E3-4495-80AB-D9210A45F5A5}" type="sibTrans" cxnId="{1CBE3ADB-B712-4023-A813-3F9677B4BDCD}">
      <dgm:prSet/>
      <dgm:spPr/>
      <dgm:t>
        <a:bodyPr/>
        <a:lstStyle/>
        <a:p>
          <a:endParaRPr lang="en-US"/>
        </a:p>
      </dgm:t>
    </dgm:pt>
    <dgm:pt modelId="{57DA7EFA-193E-40D9-9CFD-3D5631279569}">
      <dgm:prSet/>
      <dgm:spPr/>
      <dgm:t>
        <a:bodyPr/>
        <a:lstStyle/>
        <a:p>
          <a:r>
            <a:rPr lang="en-US"/>
            <a:t>products table: gadget inventory</a:t>
          </a:r>
        </a:p>
      </dgm:t>
    </dgm:pt>
    <dgm:pt modelId="{1D7B042A-56D7-416B-AAD9-28B9ECD56A6B}" type="parTrans" cxnId="{57D942E3-246C-42FB-8CF0-958DC575AC25}">
      <dgm:prSet/>
      <dgm:spPr/>
      <dgm:t>
        <a:bodyPr/>
        <a:lstStyle/>
        <a:p>
          <a:endParaRPr lang="en-US"/>
        </a:p>
      </dgm:t>
    </dgm:pt>
    <dgm:pt modelId="{A97EA0A5-D0A6-4FFF-AFC5-9161224111D9}" type="sibTrans" cxnId="{57D942E3-246C-42FB-8CF0-958DC575AC25}">
      <dgm:prSet/>
      <dgm:spPr/>
      <dgm:t>
        <a:bodyPr/>
        <a:lstStyle/>
        <a:p>
          <a:endParaRPr lang="en-US"/>
        </a:p>
      </dgm:t>
    </dgm:pt>
    <dgm:pt modelId="{762D74F9-BECF-46A0-B70F-21D2556D1E06}">
      <dgm:prSet/>
      <dgm:spPr/>
      <dgm:t>
        <a:bodyPr/>
        <a:lstStyle/>
        <a:p>
          <a:r>
            <a:rPr lang="en-US"/>
            <a:t>cart_items table: user cart data</a:t>
          </a:r>
        </a:p>
      </dgm:t>
    </dgm:pt>
    <dgm:pt modelId="{2993875B-11B3-487E-B905-EE9F66156BB9}" type="parTrans" cxnId="{B9C9E509-5434-43EC-BA47-E2CDE58B6D16}">
      <dgm:prSet/>
      <dgm:spPr/>
      <dgm:t>
        <a:bodyPr/>
        <a:lstStyle/>
        <a:p>
          <a:endParaRPr lang="en-US"/>
        </a:p>
      </dgm:t>
    </dgm:pt>
    <dgm:pt modelId="{4449CE3C-565D-4E00-8834-B3780B18EB19}" type="sibTrans" cxnId="{B9C9E509-5434-43EC-BA47-E2CDE58B6D16}">
      <dgm:prSet/>
      <dgm:spPr/>
      <dgm:t>
        <a:bodyPr/>
        <a:lstStyle/>
        <a:p>
          <a:endParaRPr lang="en-US"/>
        </a:p>
      </dgm:t>
    </dgm:pt>
    <dgm:pt modelId="{9632EC03-D518-4F03-BA67-9DDE80262551}">
      <dgm:prSet/>
      <dgm:spPr/>
      <dgm:t>
        <a:bodyPr/>
        <a:lstStyle/>
        <a:p>
          <a:r>
            <a:rPr lang="en-US"/>
            <a:t>system_logs table: security and activity logs</a:t>
          </a:r>
        </a:p>
      </dgm:t>
    </dgm:pt>
    <dgm:pt modelId="{E1E2CFF7-118E-4AA8-86B0-DDF106424520}" type="parTrans" cxnId="{DE9B00A3-F730-4FA5-A25A-6F5744E7D723}">
      <dgm:prSet/>
      <dgm:spPr/>
      <dgm:t>
        <a:bodyPr/>
        <a:lstStyle/>
        <a:p>
          <a:endParaRPr lang="en-US"/>
        </a:p>
      </dgm:t>
    </dgm:pt>
    <dgm:pt modelId="{AD3A4795-63F3-4E48-91F4-8F6266B70045}" type="sibTrans" cxnId="{DE9B00A3-F730-4FA5-A25A-6F5744E7D723}">
      <dgm:prSet/>
      <dgm:spPr/>
      <dgm:t>
        <a:bodyPr/>
        <a:lstStyle/>
        <a:p>
          <a:endParaRPr lang="en-US"/>
        </a:p>
      </dgm:t>
    </dgm:pt>
    <dgm:pt modelId="{F61474A3-7686-48A8-9EC8-B773D5E0DFFC}" type="pres">
      <dgm:prSet presAssocID="{738F4D36-3E52-46BD-A9AE-60D72E769AE5}" presName="root" presStyleCnt="0">
        <dgm:presLayoutVars>
          <dgm:dir/>
          <dgm:resizeHandles val="exact"/>
        </dgm:presLayoutVars>
      </dgm:prSet>
      <dgm:spPr/>
    </dgm:pt>
    <dgm:pt modelId="{3AE5637D-EDB5-45ED-9318-353BA0568486}" type="pres">
      <dgm:prSet presAssocID="{C9055FBC-E33D-48BC-8B20-48F02D61F261}" presName="compNode" presStyleCnt="0"/>
      <dgm:spPr/>
    </dgm:pt>
    <dgm:pt modelId="{1E57F4B7-DBBE-4C4B-8CE1-32F03D9CC556}" type="pres">
      <dgm:prSet presAssocID="{C9055FBC-E33D-48BC-8B20-48F02D61F261}" presName="bgRect" presStyleLbl="bgShp" presStyleIdx="0" presStyleCnt="4"/>
      <dgm:spPr/>
    </dgm:pt>
    <dgm:pt modelId="{252B29B3-594A-4C3C-940D-53889F8E28D9}" type="pres">
      <dgm:prSet presAssocID="{C9055FBC-E33D-48BC-8B20-48F02D61F2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E5C120C-E881-41BE-A218-EAB4F685734D}" type="pres">
      <dgm:prSet presAssocID="{C9055FBC-E33D-48BC-8B20-48F02D61F261}" presName="spaceRect" presStyleCnt="0"/>
      <dgm:spPr/>
    </dgm:pt>
    <dgm:pt modelId="{DD72B55B-D6F4-42CC-BD4F-CE5A95F1C1AC}" type="pres">
      <dgm:prSet presAssocID="{C9055FBC-E33D-48BC-8B20-48F02D61F261}" presName="parTx" presStyleLbl="revTx" presStyleIdx="0" presStyleCnt="4">
        <dgm:presLayoutVars>
          <dgm:chMax val="0"/>
          <dgm:chPref val="0"/>
        </dgm:presLayoutVars>
      </dgm:prSet>
      <dgm:spPr/>
    </dgm:pt>
    <dgm:pt modelId="{5C3BCC46-C195-41D3-8B6A-A6F53A662E61}" type="pres">
      <dgm:prSet presAssocID="{EAD613EB-08E3-4495-80AB-D9210A45F5A5}" presName="sibTrans" presStyleCnt="0"/>
      <dgm:spPr/>
    </dgm:pt>
    <dgm:pt modelId="{E9818A3C-63CA-4609-B410-2354DE92D73A}" type="pres">
      <dgm:prSet presAssocID="{57DA7EFA-193E-40D9-9CFD-3D5631279569}" presName="compNode" presStyleCnt="0"/>
      <dgm:spPr/>
    </dgm:pt>
    <dgm:pt modelId="{A489B599-AD5D-4146-B0A0-B6269E606752}" type="pres">
      <dgm:prSet presAssocID="{57DA7EFA-193E-40D9-9CFD-3D5631279569}" presName="bgRect" presStyleLbl="bgShp" presStyleIdx="1" presStyleCnt="4"/>
      <dgm:spPr/>
    </dgm:pt>
    <dgm:pt modelId="{95505A71-16B8-41F8-95AC-D2172D7D7F56}" type="pres">
      <dgm:prSet presAssocID="{57DA7EFA-193E-40D9-9CFD-3D56312795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DCEEDE-811B-4054-920F-E61AE12FC8BB}" type="pres">
      <dgm:prSet presAssocID="{57DA7EFA-193E-40D9-9CFD-3D5631279569}" presName="spaceRect" presStyleCnt="0"/>
      <dgm:spPr/>
    </dgm:pt>
    <dgm:pt modelId="{B6647675-AE90-42B1-8E3B-72D02B981987}" type="pres">
      <dgm:prSet presAssocID="{57DA7EFA-193E-40D9-9CFD-3D5631279569}" presName="parTx" presStyleLbl="revTx" presStyleIdx="1" presStyleCnt="4">
        <dgm:presLayoutVars>
          <dgm:chMax val="0"/>
          <dgm:chPref val="0"/>
        </dgm:presLayoutVars>
      </dgm:prSet>
      <dgm:spPr/>
    </dgm:pt>
    <dgm:pt modelId="{E45CCA59-9560-4748-9207-707C7BA2D312}" type="pres">
      <dgm:prSet presAssocID="{A97EA0A5-D0A6-4FFF-AFC5-9161224111D9}" presName="sibTrans" presStyleCnt="0"/>
      <dgm:spPr/>
    </dgm:pt>
    <dgm:pt modelId="{5641B20F-C6C9-4951-A17D-CEBDAB9DF337}" type="pres">
      <dgm:prSet presAssocID="{762D74F9-BECF-46A0-B70F-21D2556D1E06}" presName="compNode" presStyleCnt="0"/>
      <dgm:spPr/>
    </dgm:pt>
    <dgm:pt modelId="{83CBAB02-2696-4FB1-AB99-816E1EFFBD81}" type="pres">
      <dgm:prSet presAssocID="{762D74F9-BECF-46A0-B70F-21D2556D1E06}" presName="bgRect" presStyleLbl="bgShp" presStyleIdx="2" presStyleCnt="4"/>
      <dgm:spPr/>
    </dgm:pt>
    <dgm:pt modelId="{24033DB5-D0A6-468F-A1B8-610C98124D44}" type="pres">
      <dgm:prSet presAssocID="{762D74F9-BECF-46A0-B70F-21D2556D1E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5E055AD9-6C59-4CB0-A6FF-C5A88602016F}" type="pres">
      <dgm:prSet presAssocID="{762D74F9-BECF-46A0-B70F-21D2556D1E06}" presName="spaceRect" presStyleCnt="0"/>
      <dgm:spPr/>
    </dgm:pt>
    <dgm:pt modelId="{89CB3FCB-4036-48C3-859C-72EF2CDCEE93}" type="pres">
      <dgm:prSet presAssocID="{762D74F9-BECF-46A0-B70F-21D2556D1E06}" presName="parTx" presStyleLbl="revTx" presStyleIdx="2" presStyleCnt="4">
        <dgm:presLayoutVars>
          <dgm:chMax val="0"/>
          <dgm:chPref val="0"/>
        </dgm:presLayoutVars>
      </dgm:prSet>
      <dgm:spPr/>
    </dgm:pt>
    <dgm:pt modelId="{2C9E4E55-AAA9-4246-8161-3D03EE66C2A1}" type="pres">
      <dgm:prSet presAssocID="{4449CE3C-565D-4E00-8834-B3780B18EB19}" presName="sibTrans" presStyleCnt="0"/>
      <dgm:spPr/>
    </dgm:pt>
    <dgm:pt modelId="{ABF99515-6DED-4A35-B191-F7B993A0CCC0}" type="pres">
      <dgm:prSet presAssocID="{9632EC03-D518-4F03-BA67-9DDE80262551}" presName="compNode" presStyleCnt="0"/>
      <dgm:spPr/>
    </dgm:pt>
    <dgm:pt modelId="{DEB0F470-2E99-4453-8BA2-29A06C97302E}" type="pres">
      <dgm:prSet presAssocID="{9632EC03-D518-4F03-BA67-9DDE80262551}" presName="bgRect" presStyleLbl="bgShp" presStyleIdx="3" presStyleCnt="4"/>
      <dgm:spPr/>
    </dgm:pt>
    <dgm:pt modelId="{78176DB9-95EE-4ADC-870B-C21C605BAAB8}" type="pres">
      <dgm:prSet presAssocID="{9632EC03-D518-4F03-BA67-9DDE802625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DBAFEDC-D965-45DA-A04B-A8C50F04F8DA}" type="pres">
      <dgm:prSet presAssocID="{9632EC03-D518-4F03-BA67-9DDE80262551}" presName="spaceRect" presStyleCnt="0"/>
      <dgm:spPr/>
    </dgm:pt>
    <dgm:pt modelId="{C6FED49E-AF84-432D-A20E-484AC68BA4F5}" type="pres">
      <dgm:prSet presAssocID="{9632EC03-D518-4F03-BA67-9DDE8026255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9C9E509-5434-43EC-BA47-E2CDE58B6D16}" srcId="{738F4D36-3E52-46BD-A9AE-60D72E769AE5}" destId="{762D74F9-BECF-46A0-B70F-21D2556D1E06}" srcOrd="2" destOrd="0" parTransId="{2993875B-11B3-487E-B905-EE9F66156BB9}" sibTransId="{4449CE3C-565D-4E00-8834-B3780B18EB19}"/>
    <dgm:cxn modelId="{8AC9A91C-6740-44CC-86A5-560AD61FB79A}" type="presOf" srcId="{738F4D36-3E52-46BD-A9AE-60D72E769AE5}" destId="{F61474A3-7686-48A8-9EC8-B773D5E0DFFC}" srcOrd="0" destOrd="0" presId="urn:microsoft.com/office/officeart/2018/2/layout/IconVerticalSolidList"/>
    <dgm:cxn modelId="{182AD36D-7092-4BE4-B245-6ADC94D788C6}" type="presOf" srcId="{9632EC03-D518-4F03-BA67-9DDE80262551}" destId="{C6FED49E-AF84-432D-A20E-484AC68BA4F5}" srcOrd="0" destOrd="0" presId="urn:microsoft.com/office/officeart/2018/2/layout/IconVerticalSolidList"/>
    <dgm:cxn modelId="{B7BAEA99-D2F2-4F34-BEA2-E57E67D3ACB4}" type="presOf" srcId="{C9055FBC-E33D-48BC-8B20-48F02D61F261}" destId="{DD72B55B-D6F4-42CC-BD4F-CE5A95F1C1AC}" srcOrd="0" destOrd="0" presId="urn:microsoft.com/office/officeart/2018/2/layout/IconVerticalSolidList"/>
    <dgm:cxn modelId="{DE9B00A3-F730-4FA5-A25A-6F5744E7D723}" srcId="{738F4D36-3E52-46BD-A9AE-60D72E769AE5}" destId="{9632EC03-D518-4F03-BA67-9DDE80262551}" srcOrd="3" destOrd="0" parTransId="{E1E2CFF7-118E-4AA8-86B0-DDF106424520}" sibTransId="{AD3A4795-63F3-4E48-91F4-8F6266B70045}"/>
    <dgm:cxn modelId="{CBA2D5C3-8A01-430F-8106-E4BB0445879A}" type="presOf" srcId="{57DA7EFA-193E-40D9-9CFD-3D5631279569}" destId="{B6647675-AE90-42B1-8E3B-72D02B981987}" srcOrd="0" destOrd="0" presId="urn:microsoft.com/office/officeart/2018/2/layout/IconVerticalSolidList"/>
    <dgm:cxn modelId="{1CBE3ADB-B712-4023-A813-3F9677B4BDCD}" srcId="{738F4D36-3E52-46BD-A9AE-60D72E769AE5}" destId="{C9055FBC-E33D-48BC-8B20-48F02D61F261}" srcOrd="0" destOrd="0" parTransId="{AEF5C4DF-4DCA-45EE-BE60-C0E0AD3C111F}" sibTransId="{EAD613EB-08E3-4495-80AB-D9210A45F5A5}"/>
    <dgm:cxn modelId="{57D942E3-246C-42FB-8CF0-958DC575AC25}" srcId="{738F4D36-3E52-46BD-A9AE-60D72E769AE5}" destId="{57DA7EFA-193E-40D9-9CFD-3D5631279569}" srcOrd="1" destOrd="0" parTransId="{1D7B042A-56D7-416B-AAD9-28B9ECD56A6B}" sibTransId="{A97EA0A5-D0A6-4FFF-AFC5-9161224111D9}"/>
    <dgm:cxn modelId="{C5DF6CF0-B259-4709-BD3B-EC8FD9456DD1}" type="presOf" srcId="{762D74F9-BECF-46A0-B70F-21D2556D1E06}" destId="{89CB3FCB-4036-48C3-859C-72EF2CDCEE93}" srcOrd="0" destOrd="0" presId="urn:microsoft.com/office/officeart/2018/2/layout/IconVerticalSolidList"/>
    <dgm:cxn modelId="{1757ADC1-F7C5-43A0-9FC1-B18C85F59E99}" type="presParOf" srcId="{F61474A3-7686-48A8-9EC8-B773D5E0DFFC}" destId="{3AE5637D-EDB5-45ED-9318-353BA0568486}" srcOrd="0" destOrd="0" presId="urn:microsoft.com/office/officeart/2018/2/layout/IconVerticalSolidList"/>
    <dgm:cxn modelId="{95988CAF-6FC2-4F74-937C-497F4DC327C7}" type="presParOf" srcId="{3AE5637D-EDB5-45ED-9318-353BA0568486}" destId="{1E57F4B7-DBBE-4C4B-8CE1-32F03D9CC556}" srcOrd="0" destOrd="0" presId="urn:microsoft.com/office/officeart/2018/2/layout/IconVerticalSolidList"/>
    <dgm:cxn modelId="{97C18D62-3F16-4F5D-98CC-B3FBDE521FAC}" type="presParOf" srcId="{3AE5637D-EDB5-45ED-9318-353BA0568486}" destId="{252B29B3-594A-4C3C-940D-53889F8E28D9}" srcOrd="1" destOrd="0" presId="urn:microsoft.com/office/officeart/2018/2/layout/IconVerticalSolidList"/>
    <dgm:cxn modelId="{5486A2AB-388C-4DFA-91E7-C8FA8D045BC6}" type="presParOf" srcId="{3AE5637D-EDB5-45ED-9318-353BA0568486}" destId="{1E5C120C-E881-41BE-A218-EAB4F685734D}" srcOrd="2" destOrd="0" presId="urn:microsoft.com/office/officeart/2018/2/layout/IconVerticalSolidList"/>
    <dgm:cxn modelId="{06DD7AF7-599E-4023-9779-D3893E20F3BF}" type="presParOf" srcId="{3AE5637D-EDB5-45ED-9318-353BA0568486}" destId="{DD72B55B-D6F4-42CC-BD4F-CE5A95F1C1AC}" srcOrd="3" destOrd="0" presId="urn:microsoft.com/office/officeart/2018/2/layout/IconVerticalSolidList"/>
    <dgm:cxn modelId="{2A3749BB-95E2-412A-AF0E-A3FB58A55B6B}" type="presParOf" srcId="{F61474A3-7686-48A8-9EC8-B773D5E0DFFC}" destId="{5C3BCC46-C195-41D3-8B6A-A6F53A662E61}" srcOrd="1" destOrd="0" presId="urn:microsoft.com/office/officeart/2018/2/layout/IconVerticalSolidList"/>
    <dgm:cxn modelId="{8B056F59-8F76-412C-AB9E-3B776E9DAE5D}" type="presParOf" srcId="{F61474A3-7686-48A8-9EC8-B773D5E0DFFC}" destId="{E9818A3C-63CA-4609-B410-2354DE92D73A}" srcOrd="2" destOrd="0" presId="urn:microsoft.com/office/officeart/2018/2/layout/IconVerticalSolidList"/>
    <dgm:cxn modelId="{8C1F1EA1-6BCD-48ED-A3FB-35446878BF7B}" type="presParOf" srcId="{E9818A3C-63CA-4609-B410-2354DE92D73A}" destId="{A489B599-AD5D-4146-B0A0-B6269E606752}" srcOrd="0" destOrd="0" presId="urn:microsoft.com/office/officeart/2018/2/layout/IconVerticalSolidList"/>
    <dgm:cxn modelId="{C9E94E50-249F-4D22-B4E4-67594490972B}" type="presParOf" srcId="{E9818A3C-63CA-4609-B410-2354DE92D73A}" destId="{95505A71-16B8-41F8-95AC-D2172D7D7F56}" srcOrd="1" destOrd="0" presId="urn:microsoft.com/office/officeart/2018/2/layout/IconVerticalSolidList"/>
    <dgm:cxn modelId="{25D8856C-B510-4A86-AFA4-58469AF353D8}" type="presParOf" srcId="{E9818A3C-63CA-4609-B410-2354DE92D73A}" destId="{CCDCEEDE-811B-4054-920F-E61AE12FC8BB}" srcOrd="2" destOrd="0" presId="urn:microsoft.com/office/officeart/2018/2/layout/IconVerticalSolidList"/>
    <dgm:cxn modelId="{DBE6643E-8255-4BF2-8B7D-7A48CAEDDDDA}" type="presParOf" srcId="{E9818A3C-63CA-4609-B410-2354DE92D73A}" destId="{B6647675-AE90-42B1-8E3B-72D02B981987}" srcOrd="3" destOrd="0" presId="urn:microsoft.com/office/officeart/2018/2/layout/IconVerticalSolidList"/>
    <dgm:cxn modelId="{07D8B5DB-8426-4169-ADFB-55686D98938C}" type="presParOf" srcId="{F61474A3-7686-48A8-9EC8-B773D5E0DFFC}" destId="{E45CCA59-9560-4748-9207-707C7BA2D312}" srcOrd="3" destOrd="0" presId="urn:microsoft.com/office/officeart/2018/2/layout/IconVerticalSolidList"/>
    <dgm:cxn modelId="{92AE077F-4769-4699-9E61-04BDDC9F16FC}" type="presParOf" srcId="{F61474A3-7686-48A8-9EC8-B773D5E0DFFC}" destId="{5641B20F-C6C9-4951-A17D-CEBDAB9DF337}" srcOrd="4" destOrd="0" presId="urn:microsoft.com/office/officeart/2018/2/layout/IconVerticalSolidList"/>
    <dgm:cxn modelId="{E1F5A438-CA47-4209-9BF0-E54440855162}" type="presParOf" srcId="{5641B20F-C6C9-4951-A17D-CEBDAB9DF337}" destId="{83CBAB02-2696-4FB1-AB99-816E1EFFBD81}" srcOrd="0" destOrd="0" presId="urn:microsoft.com/office/officeart/2018/2/layout/IconVerticalSolidList"/>
    <dgm:cxn modelId="{921CD07F-97FB-406F-B472-3D8312BA0A02}" type="presParOf" srcId="{5641B20F-C6C9-4951-A17D-CEBDAB9DF337}" destId="{24033DB5-D0A6-468F-A1B8-610C98124D44}" srcOrd="1" destOrd="0" presId="urn:microsoft.com/office/officeart/2018/2/layout/IconVerticalSolidList"/>
    <dgm:cxn modelId="{1D5651BF-156D-415E-BA9D-E3EB51F315B1}" type="presParOf" srcId="{5641B20F-C6C9-4951-A17D-CEBDAB9DF337}" destId="{5E055AD9-6C59-4CB0-A6FF-C5A88602016F}" srcOrd="2" destOrd="0" presId="urn:microsoft.com/office/officeart/2018/2/layout/IconVerticalSolidList"/>
    <dgm:cxn modelId="{619065F7-2607-4F93-A007-DC198AA40144}" type="presParOf" srcId="{5641B20F-C6C9-4951-A17D-CEBDAB9DF337}" destId="{89CB3FCB-4036-48C3-859C-72EF2CDCEE93}" srcOrd="3" destOrd="0" presId="urn:microsoft.com/office/officeart/2018/2/layout/IconVerticalSolidList"/>
    <dgm:cxn modelId="{90896990-EC7C-44C1-AAE3-A39B30F476E8}" type="presParOf" srcId="{F61474A3-7686-48A8-9EC8-B773D5E0DFFC}" destId="{2C9E4E55-AAA9-4246-8161-3D03EE66C2A1}" srcOrd="5" destOrd="0" presId="urn:microsoft.com/office/officeart/2018/2/layout/IconVerticalSolidList"/>
    <dgm:cxn modelId="{02DF8CE3-13E1-4ABE-A62F-B78DD6D2FFEB}" type="presParOf" srcId="{F61474A3-7686-48A8-9EC8-B773D5E0DFFC}" destId="{ABF99515-6DED-4A35-B191-F7B993A0CCC0}" srcOrd="6" destOrd="0" presId="urn:microsoft.com/office/officeart/2018/2/layout/IconVerticalSolidList"/>
    <dgm:cxn modelId="{F3C0FDCB-C6FE-40FC-9825-148C3E2FD338}" type="presParOf" srcId="{ABF99515-6DED-4A35-B191-F7B993A0CCC0}" destId="{DEB0F470-2E99-4453-8BA2-29A06C97302E}" srcOrd="0" destOrd="0" presId="urn:microsoft.com/office/officeart/2018/2/layout/IconVerticalSolidList"/>
    <dgm:cxn modelId="{634AE55F-DCBB-4D44-82F7-CA5BC11A9092}" type="presParOf" srcId="{ABF99515-6DED-4A35-B191-F7B993A0CCC0}" destId="{78176DB9-95EE-4ADC-870B-C21C605BAAB8}" srcOrd="1" destOrd="0" presId="urn:microsoft.com/office/officeart/2018/2/layout/IconVerticalSolidList"/>
    <dgm:cxn modelId="{16E72233-EB49-435C-8BE4-DA7D74E066A0}" type="presParOf" srcId="{ABF99515-6DED-4A35-B191-F7B993A0CCC0}" destId="{3DBAFEDC-D965-45DA-A04B-A8C50F04F8DA}" srcOrd="2" destOrd="0" presId="urn:microsoft.com/office/officeart/2018/2/layout/IconVerticalSolidList"/>
    <dgm:cxn modelId="{B9D0B6B9-4043-4958-97C3-D82A5E63519F}" type="presParOf" srcId="{ABF99515-6DED-4A35-B191-F7B993A0CCC0}" destId="{C6FED49E-AF84-432D-A20E-484AC68BA4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98F1267-9185-4EDF-B113-F101FF6861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694881-4F2E-46D6-9FBE-3B96461F4FB3}">
      <dgm:prSet/>
      <dgm:spPr/>
      <dgm:t>
        <a:bodyPr/>
        <a:lstStyle/>
        <a:p>
          <a:r>
            <a:rPr lang="en-US"/>
            <a:t>33 Selenium test cases executed</a:t>
          </a:r>
        </a:p>
      </dgm:t>
    </dgm:pt>
    <dgm:pt modelId="{0D133518-D323-4C08-9A24-6F9BB03249A9}" type="parTrans" cxnId="{E0BED41D-DF88-4A58-A148-426D0653CBE2}">
      <dgm:prSet/>
      <dgm:spPr/>
      <dgm:t>
        <a:bodyPr/>
        <a:lstStyle/>
        <a:p>
          <a:endParaRPr lang="en-US"/>
        </a:p>
      </dgm:t>
    </dgm:pt>
    <dgm:pt modelId="{91B50C1C-40FD-4C31-8CC5-A6FD14585CCD}" type="sibTrans" cxnId="{E0BED41D-DF88-4A58-A148-426D0653CBE2}">
      <dgm:prSet/>
      <dgm:spPr/>
      <dgm:t>
        <a:bodyPr/>
        <a:lstStyle/>
        <a:p>
          <a:endParaRPr lang="en-US"/>
        </a:p>
      </dgm:t>
    </dgm:pt>
    <dgm:pt modelId="{BB8F38CD-CF85-4CC6-A7D4-D990C7B0C1A8}">
      <dgm:prSet/>
      <dgm:spPr/>
      <dgm:t>
        <a:bodyPr/>
        <a:lstStyle/>
        <a:p>
          <a:r>
            <a:rPr lang="en-US"/>
            <a:t>Validates login, form inputs and UI actions</a:t>
          </a:r>
        </a:p>
      </dgm:t>
    </dgm:pt>
    <dgm:pt modelId="{3A013E74-20C2-4105-9624-7BB2A7E8ED9A}" type="parTrans" cxnId="{B3D726B8-AD6F-4622-AD7C-2A81698CCA13}">
      <dgm:prSet/>
      <dgm:spPr/>
      <dgm:t>
        <a:bodyPr/>
        <a:lstStyle/>
        <a:p>
          <a:endParaRPr lang="en-US"/>
        </a:p>
      </dgm:t>
    </dgm:pt>
    <dgm:pt modelId="{09E01FCC-08D8-4162-BAF1-CA1F9A73DB97}" type="sibTrans" cxnId="{B3D726B8-AD6F-4622-AD7C-2A81698CCA13}">
      <dgm:prSet/>
      <dgm:spPr/>
      <dgm:t>
        <a:bodyPr/>
        <a:lstStyle/>
        <a:p>
          <a:endParaRPr lang="en-US"/>
        </a:p>
      </dgm:t>
    </dgm:pt>
    <dgm:pt modelId="{32035C2C-8FF2-4C2D-90B9-0B222609EEB2}">
      <dgm:prSet/>
      <dgm:spPr/>
      <dgm:t>
        <a:bodyPr/>
        <a:lstStyle/>
        <a:p>
          <a:r>
            <a:rPr lang="en-US"/>
            <a:t>Checks SQL Injection and XSS protection</a:t>
          </a:r>
        </a:p>
      </dgm:t>
    </dgm:pt>
    <dgm:pt modelId="{012B9B8E-4648-42D6-B4B7-F6A1950EACD2}" type="parTrans" cxnId="{E1AB9C43-7D23-4533-BD1B-FD659773348D}">
      <dgm:prSet/>
      <dgm:spPr/>
      <dgm:t>
        <a:bodyPr/>
        <a:lstStyle/>
        <a:p>
          <a:endParaRPr lang="en-US"/>
        </a:p>
      </dgm:t>
    </dgm:pt>
    <dgm:pt modelId="{2E58FFFD-7B5E-4FA9-B4F0-7317FF51388D}" type="sibTrans" cxnId="{E1AB9C43-7D23-4533-BD1B-FD659773348D}">
      <dgm:prSet/>
      <dgm:spPr/>
      <dgm:t>
        <a:bodyPr/>
        <a:lstStyle/>
        <a:p>
          <a:endParaRPr lang="en-US"/>
        </a:p>
      </dgm:t>
    </dgm:pt>
    <dgm:pt modelId="{CA933BD9-4A87-41F5-BFE6-A9B9A15F465C}" type="pres">
      <dgm:prSet presAssocID="{398F1267-9185-4EDF-B113-F101FF686137}" presName="root" presStyleCnt="0">
        <dgm:presLayoutVars>
          <dgm:dir/>
          <dgm:resizeHandles val="exact"/>
        </dgm:presLayoutVars>
      </dgm:prSet>
      <dgm:spPr/>
    </dgm:pt>
    <dgm:pt modelId="{3CF60502-F348-4093-87C5-F63E6F15B729}" type="pres">
      <dgm:prSet presAssocID="{D0694881-4F2E-46D6-9FBE-3B96461F4FB3}" presName="compNode" presStyleCnt="0"/>
      <dgm:spPr/>
    </dgm:pt>
    <dgm:pt modelId="{FA89717B-342F-47D5-A70B-E4CC39410615}" type="pres">
      <dgm:prSet presAssocID="{D0694881-4F2E-46D6-9FBE-3B96461F4FB3}" presName="bgRect" presStyleLbl="bgShp" presStyleIdx="0" presStyleCnt="3"/>
      <dgm:spPr/>
    </dgm:pt>
    <dgm:pt modelId="{D66230FF-B8C9-4526-BED7-F5B86632FF1F}" type="pres">
      <dgm:prSet presAssocID="{D0694881-4F2E-46D6-9FBE-3B96461F4F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CEEFDAD-9B8D-4393-852F-B5AF707DCDF0}" type="pres">
      <dgm:prSet presAssocID="{D0694881-4F2E-46D6-9FBE-3B96461F4FB3}" presName="spaceRect" presStyleCnt="0"/>
      <dgm:spPr/>
    </dgm:pt>
    <dgm:pt modelId="{7652C285-1DD4-4E96-8BE4-CDE66DCFB3C7}" type="pres">
      <dgm:prSet presAssocID="{D0694881-4F2E-46D6-9FBE-3B96461F4FB3}" presName="parTx" presStyleLbl="revTx" presStyleIdx="0" presStyleCnt="3">
        <dgm:presLayoutVars>
          <dgm:chMax val="0"/>
          <dgm:chPref val="0"/>
        </dgm:presLayoutVars>
      </dgm:prSet>
      <dgm:spPr/>
    </dgm:pt>
    <dgm:pt modelId="{AA8B7CB8-DDB7-4BA7-859C-26C88BAFAF1C}" type="pres">
      <dgm:prSet presAssocID="{91B50C1C-40FD-4C31-8CC5-A6FD14585CCD}" presName="sibTrans" presStyleCnt="0"/>
      <dgm:spPr/>
    </dgm:pt>
    <dgm:pt modelId="{CBF68618-DD03-481C-8A7E-7F6B964138DF}" type="pres">
      <dgm:prSet presAssocID="{BB8F38CD-CF85-4CC6-A7D4-D990C7B0C1A8}" presName="compNode" presStyleCnt="0"/>
      <dgm:spPr/>
    </dgm:pt>
    <dgm:pt modelId="{63BCA761-1995-40EF-B972-EA138C89B63B}" type="pres">
      <dgm:prSet presAssocID="{BB8F38CD-CF85-4CC6-A7D4-D990C7B0C1A8}" presName="bgRect" presStyleLbl="bgShp" presStyleIdx="1" presStyleCnt="3"/>
      <dgm:spPr/>
    </dgm:pt>
    <dgm:pt modelId="{38664E14-2DB4-43B6-B638-7750193916D0}" type="pres">
      <dgm:prSet presAssocID="{BB8F38CD-CF85-4CC6-A7D4-D990C7B0C1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828C625-4F90-4AA5-BC1A-5663A5769FBE}" type="pres">
      <dgm:prSet presAssocID="{BB8F38CD-CF85-4CC6-A7D4-D990C7B0C1A8}" presName="spaceRect" presStyleCnt="0"/>
      <dgm:spPr/>
    </dgm:pt>
    <dgm:pt modelId="{ECB92676-7BD0-4FBB-8392-7A29CEE626BF}" type="pres">
      <dgm:prSet presAssocID="{BB8F38CD-CF85-4CC6-A7D4-D990C7B0C1A8}" presName="parTx" presStyleLbl="revTx" presStyleIdx="1" presStyleCnt="3">
        <dgm:presLayoutVars>
          <dgm:chMax val="0"/>
          <dgm:chPref val="0"/>
        </dgm:presLayoutVars>
      </dgm:prSet>
      <dgm:spPr/>
    </dgm:pt>
    <dgm:pt modelId="{3B6271A1-CA1E-4436-AB00-761A2D534417}" type="pres">
      <dgm:prSet presAssocID="{09E01FCC-08D8-4162-BAF1-CA1F9A73DB97}" presName="sibTrans" presStyleCnt="0"/>
      <dgm:spPr/>
    </dgm:pt>
    <dgm:pt modelId="{32409E64-8EF4-4EC7-9ADD-A6D9D1A201BF}" type="pres">
      <dgm:prSet presAssocID="{32035C2C-8FF2-4C2D-90B9-0B222609EEB2}" presName="compNode" presStyleCnt="0"/>
      <dgm:spPr/>
    </dgm:pt>
    <dgm:pt modelId="{FE7F7EA4-4157-403D-A31C-2392D6A86A06}" type="pres">
      <dgm:prSet presAssocID="{32035C2C-8FF2-4C2D-90B9-0B222609EEB2}" presName="bgRect" presStyleLbl="bgShp" presStyleIdx="2" presStyleCnt="3"/>
      <dgm:spPr/>
    </dgm:pt>
    <dgm:pt modelId="{31576ED1-44CD-4CA7-A140-046967463110}" type="pres">
      <dgm:prSet presAssocID="{32035C2C-8FF2-4C2D-90B9-0B222609EE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19DD3E-CCE9-482F-BBDE-B4DE7307B74F}" type="pres">
      <dgm:prSet presAssocID="{32035C2C-8FF2-4C2D-90B9-0B222609EEB2}" presName="spaceRect" presStyleCnt="0"/>
      <dgm:spPr/>
    </dgm:pt>
    <dgm:pt modelId="{ED707B14-F3B6-4DAF-A858-2548C1B3C931}" type="pres">
      <dgm:prSet presAssocID="{32035C2C-8FF2-4C2D-90B9-0B222609EEB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BED41D-DF88-4A58-A148-426D0653CBE2}" srcId="{398F1267-9185-4EDF-B113-F101FF686137}" destId="{D0694881-4F2E-46D6-9FBE-3B96461F4FB3}" srcOrd="0" destOrd="0" parTransId="{0D133518-D323-4C08-9A24-6F9BB03249A9}" sibTransId="{91B50C1C-40FD-4C31-8CC5-A6FD14585CCD}"/>
    <dgm:cxn modelId="{232F535E-D48B-43FC-A3DE-BCCC73264335}" type="presOf" srcId="{BB8F38CD-CF85-4CC6-A7D4-D990C7B0C1A8}" destId="{ECB92676-7BD0-4FBB-8392-7A29CEE626BF}" srcOrd="0" destOrd="0" presId="urn:microsoft.com/office/officeart/2018/2/layout/IconVerticalSolidList"/>
    <dgm:cxn modelId="{E1AB9C43-7D23-4533-BD1B-FD659773348D}" srcId="{398F1267-9185-4EDF-B113-F101FF686137}" destId="{32035C2C-8FF2-4C2D-90B9-0B222609EEB2}" srcOrd="2" destOrd="0" parTransId="{012B9B8E-4648-42D6-B4B7-F6A1950EACD2}" sibTransId="{2E58FFFD-7B5E-4FA9-B4F0-7317FF51388D}"/>
    <dgm:cxn modelId="{F2F5B070-F0EB-4F94-9FFF-B2A4A85B6B92}" type="presOf" srcId="{D0694881-4F2E-46D6-9FBE-3B96461F4FB3}" destId="{7652C285-1DD4-4E96-8BE4-CDE66DCFB3C7}" srcOrd="0" destOrd="0" presId="urn:microsoft.com/office/officeart/2018/2/layout/IconVerticalSolidList"/>
    <dgm:cxn modelId="{7BD17B75-3D71-4F3A-9E33-7910ECD70033}" type="presOf" srcId="{398F1267-9185-4EDF-B113-F101FF686137}" destId="{CA933BD9-4A87-41F5-BFE6-A9B9A15F465C}" srcOrd="0" destOrd="0" presId="urn:microsoft.com/office/officeart/2018/2/layout/IconVerticalSolidList"/>
    <dgm:cxn modelId="{B3D726B8-AD6F-4622-AD7C-2A81698CCA13}" srcId="{398F1267-9185-4EDF-B113-F101FF686137}" destId="{BB8F38CD-CF85-4CC6-A7D4-D990C7B0C1A8}" srcOrd="1" destOrd="0" parTransId="{3A013E74-20C2-4105-9624-7BB2A7E8ED9A}" sibTransId="{09E01FCC-08D8-4162-BAF1-CA1F9A73DB97}"/>
    <dgm:cxn modelId="{3F1668B9-AC0A-4C9F-961A-F99045FD929F}" type="presOf" srcId="{32035C2C-8FF2-4C2D-90B9-0B222609EEB2}" destId="{ED707B14-F3B6-4DAF-A858-2548C1B3C931}" srcOrd="0" destOrd="0" presId="urn:microsoft.com/office/officeart/2018/2/layout/IconVerticalSolidList"/>
    <dgm:cxn modelId="{045B9E65-1AC9-47FF-B9FC-EBFD507F4880}" type="presParOf" srcId="{CA933BD9-4A87-41F5-BFE6-A9B9A15F465C}" destId="{3CF60502-F348-4093-87C5-F63E6F15B729}" srcOrd="0" destOrd="0" presId="urn:microsoft.com/office/officeart/2018/2/layout/IconVerticalSolidList"/>
    <dgm:cxn modelId="{E165631F-F5C6-44B9-B545-D5177F54D65E}" type="presParOf" srcId="{3CF60502-F348-4093-87C5-F63E6F15B729}" destId="{FA89717B-342F-47D5-A70B-E4CC39410615}" srcOrd="0" destOrd="0" presId="urn:microsoft.com/office/officeart/2018/2/layout/IconVerticalSolidList"/>
    <dgm:cxn modelId="{96FF22F3-5B5E-40F8-9E81-2F4B0A495B75}" type="presParOf" srcId="{3CF60502-F348-4093-87C5-F63E6F15B729}" destId="{D66230FF-B8C9-4526-BED7-F5B86632FF1F}" srcOrd="1" destOrd="0" presId="urn:microsoft.com/office/officeart/2018/2/layout/IconVerticalSolidList"/>
    <dgm:cxn modelId="{A8955AA3-52D5-4078-A53E-E2CA6448C69C}" type="presParOf" srcId="{3CF60502-F348-4093-87C5-F63E6F15B729}" destId="{4CEEFDAD-9B8D-4393-852F-B5AF707DCDF0}" srcOrd="2" destOrd="0" presId="urn:microsoft.com/office/officeart/2018/2/layout/IconVerticalSolidList"/>
    <dgm:cxn modelId="{F68BACE0-565C-42FE-8901-3E9FAD0A2F48}" type="presParOf" srcId="{3CF60502-F348-4093-87C5-F63E6F15B729}" destId="{7652C285-1DD4-4E96-8BE4-CDE66DCFB3C7}" srcOrd="3" destOrd="0" presId="urn:microsoft.com/office/officeart/2018/2/layout/IconVerticalSolidList"/>
    <dgm:cxn modelId="{8C905669-02FF-4FEC-9528-EE4BF4DCDF5C}" type="presParOf" srcId="{CA933BD9-4A87-41F5-BFE6-A9B9A15F465C}" destId="{AA8B7CB8-DDB7-4BA7-859C-26C88BAFAF1C}" srcOrd="1" destOrd="0" presId="urn:microsoft.com/office/officeart/2018/2/layout/IconVerticalSolidList"/>
    <dgm:cxn modelId="{C2F138B1-8F2D-48BB-B3C7-E005BD303F07}" type="presParOf" srcId="{CA933BD9-4A87-41F5-BFE6-A9B9A15F465C}" destId="{CBF68618-DD03-481C-8A7E-7F6B964138DF}" srcOrd="2" destOrd="0" presId="urn:microsoft.com/office/officeart/2018/2/layout/IconVerticalSolidList"/>
    <dgm:cxn modelId="{5707B6B8-A173-485E-80DD-6A98A1D683D2}" type="presParOf" srcId="{CBF68618-DD03-481C-8A7E-7F6B964138DF}" destId="{63BCA761-1995-40EF-B972-EA138C89B63B}" srcOrd="0" destOrd="0" presId="urn:microsoft.com/office/officeart/2018/2/layout/IconVerticalSolidList"/>
    <dgm:cxn modelId="{7F6DA418-B564-4DEA-B69B-694C7E048BD0}" type="presParOf" srcId="{CBF68618-DD03-481C-8A7E-7F6B964138DF}" destId="{38664E14-2DB4-43B6-B638-7750193916D0}" srcOrd="1" destOrd="0" presId="urn:microsoft.com/office/officeart/2018/2/layout/IconVerticalSolidList"/>
    <dgm:cxn modelId="{19D16C18-C7C9-47EF-A3C9-61DE82174412}" type="presParOf" srcId="{CBF68618-DD03-481C-8A7E-7F6B964138DF}" destId="{F828C625-4F90-4AA5-BC1A-5663A5769FBE}" srcOrd="2" destOrd="0" presId="urn:microsoft.com/office/officeart/2018/2/layout/IconVerticalSolidList"/>
    <dgm:cxn modelId="{DFE492D0-721A-4480-8BF7-555F68DAB3A9}" type="presParOf" srcId="{CBF68618-DD03-481C-8A7E-7F6B964138DF}" destId="{ECB92676-7BD0-4FBB-8392-7A29CEE626BF}" srcOrd="3" destOrd="0" presId="urn:microsoft.com/office/officeart/2018/2/layout/IconVerticalSolidList"/>
    <dgm:cxn modelId="{F08DE2A2-9EB0-4241-AEE2-D16241EFAA1B}" type="presParOf" srcId="{CA933BD9-4A87-41F5-BFE6-A9B9A15F465C}" destId="{3B6271A1-CA1E-4436-AB00-761A2D534417}" srcOrd="3" destOrd="0" presId="urn:microsoft.com/office/officeart/2018/2/layout/IconVerticalSolidList"/>
    <dgm:cxn modelId="{242481F1-E08D-4E78-8371-A6BA245ABE86}" type="presParOf" srcId="{CA933BD9-4A87-41F5-BFE6-A9B9A15F465C}" destId="{32409E64-8EF4-4EC7-9ADD-A6D9D1A201BF}" srcOrd="4" destOrd="0" presId="urn:microsoft.com/office/officeart/2018/2/layout/IconVerticalSolidList"/>
    <dgm:cxn modelId="{BEAC49B7-677F-4C69-B1BB-33E1F6C18D74}" type="presParOf" srcId="{32409E64-8EF4-4EC7-9ADD-A6D9D1A201BF}" destId="{FE7F7EA4-4157-403D-A31C-2392D6A86A06}" srcOrd="0" destOrd="0" presId="urn:microsoft.com/office/officeart/2018/2/layout/IconVerticalSolidList"/>
    <dgm:cxn modelId="{D70F93A3-8616-449D-9D2D-9411A319BEB4}" type="presParOf" srcId="{32409E64-8EF4-4EC7-9ADD-A6D9D1A201BF}" destId="{31576ED1-44CD-4CA7-A140-046967463110}" srcOrd="1" destOrd="0" presId="urn:microsoft.com/office/officeart/2018/2/layout/IconVerticalSolidList"/>
    <dgm:cxn modelId="{08B5D4FC-47C6-4964-BA40-708049FF775F}" type="presParOf" srcId="{32409E64-8EF4-4EC7-9ADD-A6D9D1A201BF}" destId="{1B19DD3E-CCE9-482F-BBDE-B4DE7307B74F}" srcOrd="2" destOrd="0" presId="urn:microsoft.com/office/officeart/2018/2/layout/IconVerticalSolidList"/>
    <dgm:cxn modelId="{5FDE7447-0D2F-459F-980E-0306317F923A}" type="presParOf" srcId="{32409E64-8EF4-4EC7-9ADD-A6D9D1A201BF}" destId="{ED707B14-F3B6-4DAF-A858-2548C1B3C9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074BBD-4A62-4CEC-8CAE-DD5B9B6921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3D3B4E-8D39-4A86-B06B-F71F0E2E07AD}">
      <dgm:prSet/>
      <dgm:spPr/>
      <dgm:t>
        <a:bodyPr/>
        <a:lstStyle/>
        <a:p>
          <a:r>
            <a:rPr lang="en-US"/>
            <a:t>Apache JMeter used</a:t>
          </a:r>
        </a:p>
      </dgm:t>
    </dgm:pt>
    <dgm:pt modelId="{E3BB7D39-F75F-44AE-8544-AA0C2820CC54}" type="parTrans" cxnId="{694DA10F-6550-4100-98B7-ECB708FB76D5}">
      <dgm:prSet/>
      <dgm:spPr/>
      <dgm:t>
        <a:bodyPr/>
        <a:lstStyle/>
        <a:p>
          <a:endParaRPr lang="en-US"/>
        </a:p>
      </dgm:t>
    </dgm:pt>
    <dgm:pt modelId="{975E38B7-E1E6-4FD7-9061-4634DE89919B}" type="sibTrans" cxnId="{694DA10F-6550-4100-98B7-ECB708FB76D5}">
      <dgm:prSet/>
      <dgm:spPr/>
      <dgm:t>
        <a:bodyPr/>
        <a:lstStyle/>
        <a:p>
          <a:endParaRPr lang="en-US"/>
        </a:p>
      </dgm:t>
    </dgm:pt>
    <dgm:pt modelId="{531C6C1A-FF6B-47B1-96A1-87A311D78A65}">
      <dgm:prSet/>
      <dgm:spPr/>
      <dgm:t>
        <a:bodyPr/>
        <a:lstStyle/>
        <a:p>
          <a:r>
            <a:rPr lang="en-US"/>
            <a:t>50–100 concurrent users simulated</a:t>
          </a:r>
        </a:p>
      </dgm:t>
    </dgm:pt>
    <dgm:pt modelId="{E74BF10D-DC7B-4593-B56B-F74371026DD4}" type="parTrans" cxnId="{BF7902AC-A2E1-4535-94B5-4764BC5A2D5B}">
      <dgm:prSet/>
      <dgm:spPr/>
      <dgm:t>
        <a:bodyPr/>
        <a:lstStyle/>
        <a:p>
          <a:endParaRPr lang="en-US"/>
        </a:p>
      </dgm:t>
    </dgm:pt>
    <dgm:pt modelId="{E7CCF85E-2927-43D3-A41E-8EA5FD60CC99}" type="sibTrans" cxnId="{BF7902AC-A2E1-4535-94B5-4764BC5A2D5B}">
      <dgm:prSet/>
      <dgm:spPr/>
      <dgm:t>
        <a:bodyPr/>
        <a:lstStyle/>
        <a:p>
          <a:endParaRPr lang="en-US"/>
        </a:p>
      </dgm:t>
    </dgm:pt>
    <dgm:pt modelId="{DCD2F23B-37FB-4AF8-8691-99383874B507}">
      <dgm:prSet/>
      <dgm:spPr/>
      <dgm:t>
        <a:bodyPr/>
        <a:lstStyle/>
        <a:p>
          <a:r>
            <a:rPr lang="en-US"/>
            <a:t>Average response time: 120 ms</a:t>
          </a:r>
        </a:p>
      </dgm:t>
    </dgm:pt>
    <dgm:pt modelId="{0C59986E-FF29-4437-B7BF-C53CA9055440}" type="parTrans" cxnId="{1876CBC6-A621-4388-A9F9-7781973B50D4}">
      <dgm:prSet/>
      <dgm:spPr/>
      <dgm:t>
        <a:bodyPr/>
        <a:lstStyle/>
        <a:p>
          <a:endParaRPr lang="en-US"/>
        </a:p>
      </dgm:t>
    </dgm:pt>
    <dgm:pt modelId="{5F053B26-2DB8-4DBB-A873-7516D0071D73}" type="sibTrans" cxnId="{1876CBC6-A621-4388-A9F9-7781973B50D4}">
      <dgm:prSet/>
      <dgm:spPr/>
      <dgm:t>
        <a:bodyPr/>
        <a:lstStyle/>
        <a:p>
          <a:endParaRPr lang="en-US"/>
        </a:p>
      </dgm:t>
    </dgm:pt>
    <dgm:pt modelId="{FAC060FD-4C17-4C28-ADA2-6FDE58695B16}">
      <dgm:prSet/>
      <dgm:spPr/>
      <dgm:t>
        <a:bodyPr/>
        <a:lstStyle/>
        <a:p>
          <a:r>
            <a:rPr lang="en-US"/>
            <a:t>0% error rate during stress test</a:t>
          </a:r>
        </a:p>
      </dgm:t>
    </dgm:pt>
    <dgm:pt modelId="{436F61BA-AD23-4AB4-9192-FB66C25024F3}" type="parTrans" cxnId="{342F6835-134E-40C2-80D4-9BFC2AE911DF}">
      <dgm:prSet/>
      <dgm:spPr/>
      <dgm:t>
        <a:bodyPr/>
        <a:lstStyle/>
        <a:p>
          <a:endParaRPr lang="en-US"/>
        </a:p>
      </dgm:t>
    </dgm:pt>
    <dgm:pt modelId="{8F1DD6CE-1AC0-4E70-ABA1-B9B2DB609078}" type="sibTrans" cxnId="{342F6835-134E-40C2-80D4-9BFC2AE911DF}">
      <dgm:prSet/>
      <dgm:spPr/>
      <dgm:t>
        <a:bodyPr/>
        <a:lstStyle/>
        <a:p>
          <a:endParaRPr lang="en-US"/>
        </a:p>
      </dgm:t>
    </dgm:pt>
    <dgm:pt modelId="{494CCBFA-8659-4F42-898B-D1EA7EC03B54}" type="pres">
      <dgm:prSet presAssocID="{0A074BBD-4A62-4CEC-8CAE-DD5B9B6921DB}" presName="root" presStyleCnt="0">
        <dgm:presLayoutVars>
          <dgm:dir/>
          <dgm:resizeHandles val="exact"/>
        </dgm:presLayoutVars>
      </dgm:prSet>
      <dgm:spPr/>
    </dgm:pt>
    <dgm:pt modelId="{68145381-EF62-4BEB-9E1D-86E3C2341925}" type="pres">
      <dgm:prSet presAssocID="{393D3B4E-8D39-4A86-B06B-F71F0E2E07AD}" presName="compNode" presStyleCnt="0"/>
      <dgm:spPr/>
    </dgm:pt>
    <dgm:pt modelId="{D7A55DB0-15E1-449D-9D34-374678A3AFE3}" type="pres">
      <dgm:prSet presAssocID="{393D3B4E-8D39-4A86-B06B-F71F0E2E07AD}" presName="bgRect" presStyleLbl="bgShp" presStyleIdx="0" presStyleCnt="4"/>
      <dgm:spPr/>
    </dgm:pt>
    <dgm:pt modelId="{A9412324-BBAB-40CA-B982-25A88E709572}" type="pres">
      <dgm:prSet presAssocID="{393D3B4E-8D39-4A86-B06B-F71F0E2E07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C25E541-7AF0-4C6C-BBD6-C5BA2FC97E48}" type="pres">
      <dgm:prSet presAssocID="{393D3B4E-8D39-4A86-B06B-F71F0E2E07AD}" presName="spaceRect" presStyleCnt="0"/>
      <dgm:spPr/>
    </dgm:pt>
    <dgm:pt modelId="{7AB32B15-E972-41B1-BB0B-6A1B1577115B}" type="pres">
      <dgm:prSet presAssocID="{393D3B4E-8D39-4A86-B06B-F71F0E2E07AD}" presName="parTx" presStyleLbl="revTx" presStyleIdx="0" presStyleCnt="4">
        <dgm:presLayoutVars>
          <dgm:chMax val="0"/>
          <dgm:chPref val="0"/>
        </dgm:presLayoutVars>
      </dgm:prSet>
      <dgm:spPr/>
    </dgm:pt>
    <dgm:pt modelId="{2FBDB3E6-1736-4569-96FC-5A13E1DCA725}" type="pres">
      <dgm:prSet presAssocID="{975E38B7-E1E6-4FD7-9061-4634DE89919B}" presName="sibTrans" presStyleCnt="0"/>
      <dgm:spPr/>
    </dgm:pt>
    <dgm:pt modelId="{FAB7668A-FFE6-4001-B542-BFD42E4C39F2}" type="pres">
      <dgm:prSet presAssocID="{531C6C1A-FF6B-47B1-96A1-87A311D78A65}" presName="compNode" presStyleCnt="0"/>
      <dgm:spPr/>
    </dgm:pt>
    <dgm:pt modelId="{95ED34F4-BB17-4058-B740-1205B635053B}" type="pres">
      <dgm:prSet presAssocID="{531C6C1A-FF6B-47B1-96A1-87A311D78A65}" presName="bgRect" presStyleLbl="bgShp" presStyleIdx="1" presStyleCnt="4"/>
      <dgm:spPr/>
    </dgm:pt>
    <dgm:pt modelId="{6724C257-F32F-4011-91E8-97DA78294254}" type="pres">
      <dgm:prSet presAssocID="{531C6C1A-FF6B-47B1-96A1-87A311D78A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BA85C84-A22A-4AED-B43E-DA315D6AB7F7}" type="pres">
      <dgm:prSet presAssocID="{531C6C1A-FF6B-47B1-96A1-87A311D78A65}" presName="spaceRect" presStyleCnt="0"/>
      <dgm:spPr/>
    </dgm:pt>
    <dgm:pt modelId="{B8CE264A-3904-47DF-93D3-D7059A730E37}" type="pres">
      <dgm:prSet presAssocID="{531C6C1A-FF6B-47B1-96A1-87A311D78A65}" presName="parTx" presStyleLbl="revTx" presStyleIdx="1" presStyleCnt="4">
        <dgm:presLayoutVars>
          <dgm:chMax val="0"/>
          <dgm:chPref val="0"/>
        </dgm:presLayoutVars>
      </dgm:prSet>
      <dgm:spPr/>
    </dgm:pt>
    <dgm:pt modelId="{185CE590-AE13-4742-A52B-11DE819DE025}" type="pres">
      <dgm:prSet presAssocID="{E7CCF85E-2927-43D3-A41E-8EA5FD60CC99}" presName="sibTrans" presStyleCnt="0"/>
      <dgm:spPr/>
    </dgm:pt>
    <dgm:pt modelId="{985D42AA-4369-4FBB-9D45-4666BDC6A3E0}" type="pres">
      <dgm:prSet presAssocID="{DCD2F23B-37FB-4AF8-8691-99383874B507}" presName="compNode" presStyleCnt="0"/>
      <dgm:spPr/>
    </dgm:pt>
    <dgm:pt modelId="{80582CBC-5343-4CB0-BE0C-41B843D3A287}" type="pres">
      <dgm:prSet presAssocID="{DCD2F23B-37FB-4AF8-8691-99383874B507}" presName="bgRect" presStyleLbl="bgShp" presStyleIdx="2" presStyleCnt="4"/>
      <dgm:spPr/>
    </dgm:pt>
    <dgm:pt modelId="{837049F0-FD3D-45D2-9F51-E69E2CDD4663}" type="pres">
      <dgm:prSet presAssocID="{DCD2F23B-37FB-4AF8-8691-99383874B5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017F028-E0BD-4C39-B96C-8F45EFE9879C}" type="pres">
      <dgm:prSet presAssocID="{DCD2F23B-37FB-4AF8-8691-99383874B507}" presName="spaceRect" presStyleCnt="0"/>
      <dgm:spPr/>
    </dgm:pt>
    <dgm:pt modelId="{E99003D6-F2B5-4D8B-90B6-CE508F4048B6}" type="pres">
      <dgm:prSet presAssocID="{DCD2F23B-37FB-4AF8-8691-99383874B507}" presName="parTx" presStyleLbl="revTx" presStyleIdx="2" presStyleCnt="4">
        <dgm:presLayoutVars>
          <dgm:chMax val="0"/>
          <dgm:chPref val="0"/>
        </dgm:presLayoutVars>
      </dgm:prSet>
      <dgm:spPr/>
    </dgm:pt>
    <dgm:pt modelId="{F4ED1240-D631-4A99-A0EA-B59927BF899F}" type="pres">
      <dgm:prSet presAssocID="{5F053B26-2DB8-4DBB-A873-7516D0071D73}" presName="sibTrans" presStyleCnt="0"/>
      <dgm:spPr/>
    </dgm:pt>
    <dgm:pt modelId="{682FDF7F-D269-49F5-B8D5-D1289F49862B}" type="pres">
      <dgm:prSet presAssocID="{FAC060FD-4C17-4C28-ADA2-6FDE58695B16}" presName="compNode" presStyleCnt="0"/>
      <dgm:spPr/>
    </dgm:pt>
    <dgm:pt modelId="{86ACAB53-A837-4A19-8684-350C2C51E34A}" type="pres">
      <dgm:prSet presAssocID="{FAC060FD-4C17-4C28-ADA2-6FDE58695B16}" presName="bgRect" presStyleLbl="bgShp" presStyleIdx="3" presStyleCnt="4"/>
      <dgm:spPr/>
    </dgm:pt>
    <dgm:pt modelId="{35A990E1-2E73-4BBC-BFD4-47000742700C}" type="pres">
      <dgm:prSet presAssocID="{FAC060FD-4C17-4C28-ADA2-6FDE58695B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2D32043-950A-4282-86BB-72632BC38FD7}" type="pres">
      <dgm:prSet presAssocID="{FAC060FD-4C17-4C28-ADA2-6FDE58695B16}" presName="spaceRect" presStyleCnt="0"/>
      <dgm:spPr/>
    </dgm:pt>
    <dgm:pt modelId="{D68BBD6D-372A-4DFA-924A-6BCE35631B50}" type="pres">
      <dgm:prSet presAssocID="{FAC060FD-4C17-4C28-ADA2-6FDE58695B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CBA60D-50CC-41E6-8BDF-CC996D16ABE6}" type="presOf" srcId="{FAC060FD-4C17-4C28-ADA2-6FDE58695B16}" destId="{D68BBD6D-372A-4DFA-924A-6BCE35631B50}" srcOrd="0" destOrd="0" presId="urn:microsoft.com/office/officeart/2018/2/layout/IconVerticalSolidList"/>
    <dgm:cxn modelId="{694DA10F-6550-4100-98B7-ECB708FB76D5}" srcId="{0A074BBD-4A62-4CEC-8CAE-DD5B9B6921DB}" destId="{393D3B4E-8D39-4A86-B06B-F71F0E2E07AD}" srcOrd="0" destOrd="0" parTransId="{E3BB7D39-F75F-44AE-8544-AA0C2820CC54}" sibTransId="{975E38B7-E1E6-4FD7-9061-4634DE89919B}"/>
    <dgm:cxn modelId="{342F6835-134E-40C2-80D4-9BFC2AE911DF}" srcId="{0A074BBD-4A62-4CEC-8CAE-DD5B9B6921DB}" destId="{FAC060FD-4C17-4C28-ADA2-6FDE58695B16}" srcOrd="3" destOrd="0" parTransId="{436F61BA-AD23-4AB4-9192-FB66C25024F3}" sibTransId="{8F1DD6CE-1AC0-4E70-ABA1-B9B2DB609078}"/>
    <dgm:cxn modelId="{4677F643-8E65-4A8E-BD42-5D6B3514061A}" type="presOf" srcId="{393D3B4E-8D39-4A86-B06B-F71F0E2E07AD}" destId="{7AB32B15-E972-41B1-BB0B-6A1B1577115B}" srcOrd="0" destOrd="0" presId="urn:microsoft.com/office/officeart/2018/2/layout/IconVerticalSolidList"/>
    <dgm:cxn modelId="{115CA870-0F7F-4895-A717-EA5C66CE0EEB}" type="presOf" srcId="{0A074BBD-4A62-4CEC-8CAE-DD5B9B6921DB}" destId="{494CCBFA-8659-4F42-898B-D1EA7EC03B54}" srcOrd="0" destOrd="0" presId="urn:microsoft.com/office/officeart/2018/2/layout/IconVerticalSolidList"/>
    <dgm:cxn modelId="{D2EB6653-029A-4D4E-B5D6-5A5573B89987}" type="presOf" srcId="{DCD2F23B-37FB-4AF8-8691-99383874B507}" destId="{E99003D6-F2B5-4D8B-90B6-CE508F4048B6}" srcOrd="0" destOrd="0" presId="urn:microsoft.com/office/officeart/2018/2/layout/IconVerticalSolidList"/>
    <dgm:cxn modelId="{BCCFE97E-3AE1-4008-BD35-3508351222B7}" type="presOf" srcId="{531C6C1A-FF6B-47B1-96A1-87A311D78A65}" destId="{B8CE264A-3904-47DF-93D3-D7059A730E37}" srcOrd="0" destOrd="0" presId="urn:microsoft.com/office/officeart/2018/2/layout/IconVerticalSolidList"/>
    <dgm:cxn modelId="{BF7902AC-A2E1-4535-94B5-4764BC5A2D5B}" srcId="{0A074BBD-4A62-4CEC-8CAE-DD5B9B6921DB}" destId="{531C6C1A-FF6B-47B1-96A1-87A311D78A65}" srcOrd="1" destOrd="0" parTransId="{E74BF10D-DC7B-4593-B56B-F74371026DD4}" sibTransId="{E7CCF85E-2927-43D3-A41E-8EA5FD60CC99}"/>
    <dgm:cxn modelId="{1876CBC6-A621-4388-A9F9-7781973B50D4}" srcId="{0A074BBD-4A62-4CEC-8CAE-DD5B9B6921DB}" destId="{DCD2F23B-37FB-4AF8-8691-99383874B507}" srcOrd="2" destOrd="0" parTransId="{0C59986E-FF29-4437-B7BF-C53CA9055440}" sibTransId="{5F053B26-2DB8-4DBB-A873-7516D0071D73}"/>
    <dgm:cxn modelId="{67F3ACF6-17A0-4177-A8BF-6356C471BDE4}" type="presParOf" srcId="{494CCBFA-8659-4F42-898B-D1EA7EC03B54}" destId="{68145381-EF62-4BEB-9E1D-86E3C2341925}" srcOrd="0" destOrd="0" presId="urn:microsoft.com/office/officeart/2018/2/layout/IconVerticalSolidList"/>
    <dgm:cxn modelId="{71A51193-5890-49DF-ACC4-918AB967C80C}" type="presParOf" srcId="{68145381-EF62-4BEB-9E1D-86E3C2341925}" destId="{D7A55DB0-15E1-449D-9D34-374678A3AFE3}" srcOrd="0" destOrd="0" presId="urn:microsoft.com/office/officeart/2018/2/layout/IconVerticalSolidList"/>
    <dgm:cxn modelId="{30CD7604-3D9D-4EAA-AB2E-321580911DDF}" type="presParOf" srcId="{68145381-EF62-4BEB-9E1D-86E3C2341925}" destId="{A9412324-BBAB-40CA-B982-25A88E709572}" srcOrd="1" destOrd="0" presId="urn:microsoft.com/office/officeart/2018/2/layout/IconVerticalSolidList"/>
    <dgm:cxn modelId="{DDE49FEE-A7CA-4BC3-8136-E859C4E25FBC}" type="presParOf" srcId="{68145381-EF62-4BEB-9E1D-86E3C2341925}" destId="{6C25E541-7AF0-4C6C-BBD6-C5BA2FC97E48}" srcOrd="2" destOrd="0" presId="urn:microsoft.com/office/officeart/2018/2/layout/IconVerticalSolidList"/>
    <dgm:cxn modelId="{2BC9A232-CF7B-4D76-9D96-FC187504DE30}" type="presParOf" srcId="{68145381-EF62-4BEB-9E1D-86E3C2341925}" destId="{7AB32B15-E972-41B1-BB0B-6A1B1577115B}" srcOrd="3" destOrd="0" presId="urn:microsoft.com/office/officeart/2018/2/layout/IconVerticalSolidList"/>
    <dgm:cxn modelId="{B4A69496-1B08-4938-8DAD-C85E362B16E2}" type="presParOf" srcId="{494CCBFA-8659-4F42-898B-D1EA7EC03B54}" destId="{2FBDB3E6-1736-4569-96FC-5A13E1DCA725}" srcOrd="1" destOrd="0" presId="urn:microsoft.com/office/officeart/2018/2/layout/IconVerticalSolidList"/>
    <dgm:cxn modelId="{C9956410-BB81-40FA-A8DC-20C29936FA00}" type="presParOf" srcId="{494CCBFA-8659-4F42-898B-D1EA7EC03B54}" destId="{FAB7668A-FFE6-4001-B542-BFD42E4C39F2}" srcOrd="2" destOrd="0" presId="urn:microsoft.com/office/officeart/2018/2/layout/IconVerticalSolidList"/>
    <dgm:cxn modelId="{87945D44-1745-4007-83DA-ED9EFE79DECB}" type="presParOf" srcId="{FAB7668A-FFE6-4001-B542-BFD42E4C39F2}" destId="{95ED34F4-BB17-4058-B740-1205B635053B}" srcOrd="0" destOrd="0" presId="urn:microsoft.com/office/officeart/2018/2/layout/IconVerticalSolidList"/>
    <dgm:cxn modelId="{FE00B95E-BAF4-4B10-BAF9-B8918361CA21}" type="presParOf" srcId="{FAB7668A-FFE6-4001-B542-BFD42E4C39F2}" destId="{6724C257-F32F-4011-91E8-97DA78294254}" srcOrd="1" destOrd="0" presId="urn:microsoft.com/office/officeart/2018/2/layout/IconVerticalSolidList"/>
    <dgm:cxn modelId="{DE18DE02-320D-49CF-9DDD-17C9D575CD22}" type="presParOf" srcId="{FAB7668A-FFE6-4001-B542-BFD42E4C39F2}" destId="{EBA85C84-A22A-4AED-B43E-DA315D6AB7F7}" srcOrd="2" destOrd="0" presId="urn:microsoft.com/office/officeart/2018/2/layout/IconVerticalSolidList"/>
    <dgm:cxn modelId="{78434090-039E-4906-B8F3-D6B61AD54BA8}" type="presParOf" srcId="{FAB7668A-FFE6-4001-B542-BFD42E4C39F2}" destId="{B8CE264A-3904-47DF-93D3-D7059A730E37}" srcOrd="3" destOrd="0" presId="urn:microsoft.com/office/officeart/2018/2/layout/IconVerticalSolidList"/>
    <dgm:cxn modelId="{73775C36-7414-4EBC-A07F-2BF22D095464}" type="presParOf" srcId="{494CCBFA-8659-4F42-898B-D1EA7EC03B54}" destId="{185CE590-AE13-4742-A52B-11DE819DE025}" srcOrd="3" destOrd="0" presId="urn:microsoft.com/office/officeart/2018/2/layout/IconVerticalSolidList"/>
    <dgm:cxn modelId="{7A5D082B-59B2-4388-8277-62B3AC567DC9}" type="presParOf" srcId="{494CCBFA-8659-4F42-898B-D1EA7EC03B54}" destId="{985D42AA-4369-4FBB-9D45-4666BDC6A3E0}" srcOrd="4" destOrd="0" presId="urn:microsoft.com/office/officeart/2018/2/layout/IconVerticalSolidList"/>
    <dgm:cxn modelId="{E4AD457C-426D-4667-B5AA-1DAA4E58E539}" type="presParOf" srcId="{985D42AA-4369-4FBB-9D45-4666BDC6A3E0}" destId="{80582CBC-5343-4CB0-BE0C-41B843D3A287}" srcOrd="0" destOrd="0" presId="urn:microsoft.com/office/officeart/2018/2/layout/IconVerticalSolidList"/>
    <dgm:cxn modelId="{91CF7372-FEF1-41D8-A50D-A85A8A5A3FE6}" type="presParOf" srcId="{985D42AA-4369-4FBB-9D45-4666BDC6A3E0}" destId="{837049F0-FD3D-45D2-9F51-E69E2CDD4663}" srcOrd="1" destOrd="0" presId="urn:microsoft.com/office/officeart/2018/2/layout/IconVerticalSolidList"/>
    <dgm:cxn modelId="{AE21F279-8A86-4867-8B82-B870AF5905EF}" type="presParOf" srcId="{985D42AA-4369-4FBB-9D45-4666BDC6A3E0}" destId="{C017F028-E0BD-4C39-B96C-8F45EFE9879C}" srcOrd="2" destOrd="0" presId="urn:microsoft.com/office/officeart/2018/2/layout/IconVerticalSolidList"/>
    <dgm:cxn modelId="{4B064E72-9E83-4AC8-BCB1-D502B87FE9AE}" type="presParOf" srcId="{985D42AA-4369-4FBB-9D45-4666BDC6A3E0}" destId="{E99003D6-F2B5-4D8B-90B6-CE508F4048B6}" srcOrd="3" destOrd="0" presId="urn:microsoft.com/office/officeart/2018/2/layout/IconVerticalSolidList"/>
    <dgm:cxn modelId="{6BBFDE2B-5E52-4266-BD3B-75E94EA65516}" type="presParOf" srcId="{494CCBFA-8659-4F42-898B-D1EA7EC03B54}" destId="{F4ED1240-D631-4A99-A0EA-B59927BF899F}" srcOrd="5" destOrd="0" presId="urn:microsoft.com/office/officeart/2018/2/layout/IconVerticalSolidList"/>
    <dgm:cxn modelId="{73F2FDC2-7283-44E2-B132-BD49FF7691FA}" type="presParOf" srcId="{494CCBFA-8659-4F42-898B-D1EA7EC03B54}" destId="{682FDF7F-D269-49F5-B8D5-D1289F49862B}" srcOrd="6" destOrd="0" presId="urn:microsoft.com/office/officeart/2018/2/layout/IconVerticalSolidList"/>
    <dgm:cxn modelId="{1026E70F-4F0E-4C5E-B6E8-49AFB3C64F42}" type="presParOf" srcId="{682FDF7F-D269-49F5-B8D5-D1289F49862B}" destId="{86ACAB53-A837-4A19-8684-350C2C51E34A}" srcOrd="0" destOrd="0" presId="urn:microsoft.com/office/officeart/2018/2/layout/IconVerticalSolidList"/>
    <dgm:cxn modelId="{E306AEF4-5223-4885-BB63-4B91E97F26A1}" type="presParOf" srcId="{682FDF7F-D269-49F5-B8D5-D1289F49862B}" destId="{35A990E1-2E73-4BBC-BFD4-47000742700C}" srcOrd="1" destOrd="0" presId="urn:microsoft.com/office/officeart/2018/2/layout/IconVerticalSolidList"/>
    <dgm:cxn modelId="{E07CF1BE-65BE-4A55-9A2C-93818E688110}" type="presParOf" srcId="{682FDF7F-D269-49F5-B8D5-D1289F49862B}" destId="{72D32043-950A-4282-86BB-72632BC38FD7}" srcOrd="2" destOrd="0" presId="urn:microsoft.com/office/officeart/2018/2/layout/IconVerticalSolidList"/>
    <dgm:cxn modelId="{4E7F2CB4-A986-4071-B3BB-43C1C7354EE5}" type="presParOf" srcId="{682FDF7F-D269-49F5-B8D5-D1289F49862B}" destId="{D68BBD6D-372A-4DFA-924A-6BCE35631B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E0FEA-920D-4FD7-973A-6F3D3715DE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546BB9-C70A-4764-884A-2D130974AE11}">
      <dgm:prSet/>
      <dgm:spPr/>
      <dgm:t>
        <a:bodyPr/>
        <a:lstStyle/>
        <a:p>
          <a:pPr>
            <a:defRPr cap="all"/>
          </a:pPr>
          <a:r>
            <a:rPr lang="en-US"/>
            <a:t>Develop mobile app version</a:t>
          </a:r>
        </a:p>
      </dgm:t>
    </dgm:pt>
    <dgm:pt modelId="{619EB2F1-64E7-445E-9FF3-90EE89570CDB}" type="parTrans" cxnId="{3CA0C34B-EA6C-4F0F-9424-425101E5DDB5}">
      <dgm:prSet/>
      <dgm:spPr/>
      <dgm:t>
        <a:bodyPr/>
        <a:lstStyle/>
        <a:p>
          <a:endParaRPr lang="en-US"/>
        </a:p>
      </dgm:t>
    </dgm:pt>
    <dgm:pt modelId="{B622C0A5-398A-4B4A-9E59-579B014CCC86}" type="sibTrans" cxnId="{3CA0C34B-EA6C-4F0F-9424-425101E5DDB5}">
      <dgm:prSet/>
      <dgm:spPr/>
      <dgm:t>
        <a:bodyPr/>
        <a:lstStyle/>
        <a:p>
          <a:endParaRPr lang="en-US"/>
        </a:p>
      </dgm:t>
    </dgm:pt>
    <dgm:pt modelId="{157F0DBC-939E-4148-B320-99F7EE7525B3}">
      <dgm:prSet/>
      <dgm:spPr/>
      <dgm:t>
        <a:bodyPr/>
        <a:lstStyle/>
        <a:p>
          <a:pPr>
            <a:defRPr cap="all"/>
          </a:pPr>
          <a:r>
            <a:rPr lang="en-US"/>
            <a:t>Add analytics dashboard</a:t>
          </a:r>
        </a:p>
      </dgm:t>
    </dgm:pt>
    <dgm:pt modelId="{68423758-6A72-4D5E-9FCF-DC24CA3D456D}" type="parTrans" cxnId="{EE440805-CD31-4B68-8099-EA8EC9F23DB4}">
      <dgm:prSet/>
      <dgm:spPr/>
      <dgm:t>
        <a:bodyPr/>
        <a:lstStyle/>
        <a:p>
          <a:endParaRPr lang="en-US"/>
        </a:p>
      </dgm:t>
    </dgm:pt>
    <dgm:pt modelId="{9950F4E6-FCC2-49A7-BDF3-B8C6DFC07578}" type="sibTrans" cxnId="{EE440805-CD31-4B68-8099-EA8EC9F23DB4}">
      <dgm:prSet/>
      <dgm:spPr/>
      <dgm:t>
        <a:bodyPr/>
        <a:lstStyle/>
        <a:p>
          <a:endParaRPr lang="en-US"/>
        </a:p>
      </dgm:t>
    </dgm:pt>
    <dgm:pt modelId="{CA64E84A-A558-4BB2-B1E7-C7D7CD1FF7DB}">
      <dgm:prSet/>
      <dgm:spPr/>
      <dgm:t>
        <a:bodyPr/>
        <a:lstStyle/>
        <a:p>
          <a:pPr>
            <a:defRPr cap="all"/>
          </a:pPr>
          <a:r>
            <a:rPr lang="en-US"/>
            <a:t>Integrate real payment gateway</a:t>
          </a:r>
        </a:p>
      </dgm:t>
    </dgm:pt>
    <dgm:pt modelId="{342F31C3-5145-4B24-AB15-F5E5960694B0}" type="parTrans" cxnId="{C04847C5-1809-4960-A442-83961E02BA18}">
      <dgm:prSet/>
      <dgm:spPr/>
      <dgm:t>
        <a:bodyPr/>
        <a:lstStyle/>
        <a:p>
          <a:endParaRPr lang="en-US"/>
        </a:p>
      </dgm:t>
    </dgm:pt>
    <dgm:pt modelId="{9B9A454A-0056-4F2D-8C10-7A221D191FBE}" type="sibTrans" cxnId="{C04847C5-1809-4960-A442-83961E02BA18}">
      <dgm:prSet/>
      <dgm:spPr/>
      <dgm:t>
        <a:bodyPr/>
        <a:lstStyle/>
        <a:p>
          <a:endParaRPr lang="en-US"/>
        </a:p>
      </dgm:t>
    </dgm:pt>
    <dgm:pt modelId="{3793EBBF-558A-4B75-80D3-52DC0B58E18B}">
      <dgm:prSet/>
      <dgm:spPr/>
      <dgm:t>
        <a:bodyPr/>
        <a:lstStyle/>
        <a:p>
          <a:pPr>
            <a:defRPr cap="all"/>
          </a:pPr>
          <a:r>
            <a:rPr lang="en-US"/>
            <a:t>Implement AI product recommendations</a:t>
          </a:r>
        </a:p>
      </dgm:t>
    </dgm:pt>
    <dgm:pt modelId="{F7A011EA-50BF-4238-A08F-6A1320716DAE}" type="parTrans" cxnId="{91D020DC-A734-4700-A079-102A4D6A1718}">
      <dgm:prSet/>
      <dgm:spPr/>
      <dgm:t>
        <a:bodyPr/>
        <a:lstStyle/>
        <a:p>
          <a:endParaRPr lang="en-US"/>
        </a:p>
      </dgm:t>
    </dgm:pt>
    <dgm:pt modelId="{CCAA0DB1-94AE-45BC-AFCC-0437F3AB2EB0}" type="sibTrans" cxnId="{91D020DC-A734-4700-A079-102A4D6A1718}">
      <dgm:prSet/>
      <dgm:spPr/>
      <dgm:t>
        <a:bodyPr/>
        <a:lstStyle/>
        <a:p>
          <a:endParaRPr lang="en-US"/>
        </a:p>
      </dgm:t>
    </dgm:pt>
    <dgm:pt modelId="{36AEAE0C-77D9-4D8A-AC03-15CBB50CD91D}" type="pres">
      <dgm:prSet presAssocID="{D3CE0FEA-920D-4FD7-973A-6F3D3715DEA6}" presName="root" presStyleCnt="0">
        <dgm:presLayoutVars>
          <dgm:dir/>
          <dgm:resizeHandles val="exact"/>
        </dgm:presLayoutVars>
      </dgm:prSet>
      <dgm:spPr/>
    </dgm:pt>
    <dgm:pt modelId="{DFA4CA63-1EEA-4B88-B056-D9A3F2B44D1E}" type="pres">
      <dgm:prSet presAssocID="{F3546BB9-C70A-4764-884A-2D130974AE11}" presName="compNode" presStyleCnt="0"/>
      <dgm:spPr/>
    </dgm:pt>
    <dgm:pt modelId="{8A909893-540D-4D9C-B055-AD4AC192902D}" type="pres">
      <dgm:prSet presAssocID="{F3546BB9-C70A-4764-884A-2D130974AE11}" presName="iconBgRect" presStyleLbl="bgShp" presStyleIdx="0" presStyleCnt="4"/>
      <dgm:spPr/>
    </dgm:pt>
    <dgm:pt modelId="{88DE2525-99A3-4090-9CA6-BEB7FD1D20D1}" type="pres">
      <dgm:prSet presAssocID="{F3546BB9-C70A-4764-884A-2D130974AE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C5738D7-427A-4205-8B20-641D5A5EDF8B}" type="pres">
      <dgm:prSet presAssocID="{F3546BB9-C70A-4764-884A-2D130974AE11}" presName="spaceRect" presStyleCnt="0"/>
      <dgm:spPr/>
    </dgm:pt>
    <dgm:pt modelId="{9C63215A-9B4C-4023-B6DB-E7166ECF663A}" type="pres">
      <dgm:prSet presAssocID="{F3546BB9-C70A-4764-884A-2D130974AE11}" presName="textRect" presStyleLbl="revTx" presStyleIdx="0" presStyleCnt="4">
        <dgm:presLayoutVars>
          <dgm:chMax val="1"/>
          <dgm:chPref val="1"/>
        </dgm:presLayoutVars>
      </dgm:prSet>
      <dgm:spPr/>
    </dgm:pt>
    <dgm:pt modelId="{88CFB748-058E-45CA-9A7F-F4FC8143CE24}" type="pres">
      <dgm:prSet presAssocID="{B622C0A5-398A-4B4A-9E59-579B014CCC86}" presName="sibTrans" presStyleCnt="0"/>
      <dgm:spPr/>
    </dgm:pt>
    <dgm:pt modelId="{894DB7A6-DC0E-4BED-9BE3-8BF76124648C}" type="pres">
      <dgm:prSet presAssocID="{157F0DBC-939E-4148-B320-99F7EE7525B3}" presName="compNode" presStyleCnt="0"/>
      <dgm:spPr/>
    </dgm:pt>
    <dgm:pt modelId="{96FAAD4B-8CDF-4FB6-ACB5-EF5FA7BD4F2C}" type="pres">
      <dgm:prSet presAssocID="{157F0DBC-939E-4148-B320-99F7EE7525B3}" presName="iconBgRect" presStyleLbl="bgShp" presStyleIdx="1" presStyleCnt="4"/>
      <dgm:spPr/>
    </dgm:pt>
    <dgm:pt modelId="{D289059F-5E37-4A75-A21C-5CA9214ABBC1}" type="pres">
      <dgm:prSet presAssocID="{157F0DBC-939E-4148-B320-99F7EE7525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C8DFA59-160B-4981-868B-DAB54F593DE1}" type="pres">
      <dgm:prSet presAssocID="{157F0DBC-939E-4148-B320-99F7EE7525B3}" presName="spaceRect" presStyleCnt="0"/>
      <dgm:spPr/>
    </dgm:pt>
    <dgm:pt modelId="{69C5D1FC-E158-4984-BCDF-BB21EDE40332}" type="pres">
      <dgm:prSet presAssocID="{157F0DBC-939E-4148-B320-99F7EE7525B3}" presName="textRect" presStyleLbl="revTx" presStyleIdx="1" presStyleCnt="4">
        <dgm:presLayoutVars>
          <dgm:chMax val="1"/>
          <dgm:chPref val="1"/>
        </dgm:presLayoutVars>
      </dgm:prSet>
      <dgm:spPr/>
    </dgm:pt>
    <dgm:pt modelId="{EECCCB33-7847-4776-8928-069998157A27}" type="pres">
      <dgm:prSet presAssocID="{9950F4E6-FCC2-49A7-BDF3-B8C6DFC07578}" presName="sibTrans" presStyleCnt="0"/>
      <dgm:spPr/>
    </dgm:pt>
    <dgm:pt modelId="{41978212-9BA2-4C4A-8EE4-82168BD3BEEC}" type="pres">
      <dgm:prSet presAssocID="{CA64E84A-A558-4BB2-B1E7-C7D7CD1FF7DB}" presName="compNode" presStyleCnt="0"/>
      <dgm:spPr/>
    </dgm:pt>
    <dgm:pt modelId="{EFCEE2F0-98BD-4D98-9199-7ABC10F0B03C}" type="pres">
      <dgm:prSet presAssocID="{CA64E84A-A558-4BB2-B1E7-C7D7CD1FF7DB}" presName="iconBgRect" presStyleLbl="bgShp" presStyleIdx="2" presStyleCnt="4"/>
      <dgm:spPr/>
    </dgm:pt>
    <dgm:pt modelId="{E2DAC1CB-E8C5-4842-B1C7-5340AF70100B}" type="pres">
      <dgm:prSet presAssocID="{CA64E84A-A558-4BB2-B1E7-C7D7CD1FF7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375E0E1-25AA-4202-9A85-A5350B5FEB54}" type="pres">
      <dgm:prSet presAssocID="{CA64E84A-A558-4BB2-B1E7-C7D7CD1FF7DB}" presName="spaceRect" presStyleCnt="0"/>
      <dgm:spPr/>
    </dgm:pt>
    <dgm:pt modelId="{581A5B90-C32C-45F1-98C9-D82D9F6FFCA7}" type="pres">
      <dgm:prSet presAssocID="{CA64E84A-A558-4BB2-B1E7-C7D7CD1FF7DB}" presName="textRect" presStyleLbl="revTx" presStyleIdx="2" presStyleCnt="4">
        <dgm:presLayoutVars>
          <dgm:chMax val="1"/>
          <dgm:chPref val="1"/>
        </dgm:presLayoutVars>
      </dgm:prSet>
      <dgm:spPr/>
    </dgm:pt>
    <dgm:pt modelId="{695984FC-23D5-4B69-8D2B-08B8C1FEA368}" type="pres">
      <dgm:prSet presAssocID="{9B9A454A-0056-4F2D-8C10-7A221D191FBE}" presName="sibTrans" presStyleCnt="0"/>
      <dgm:spPr/>
    </dgm:pt>
    <dgm:pt modelId="{3729A2AE-BD94-4CCC-B2CE-272B21242757}" type="pres">
      <dgm:prSet presAssocID="{3793EBBF-558A-4B75-80D3-52DC0B58E18B}" presName="compNode" presStyleCnt="0"/>
      <dgm:spPr/>
    </dgm:pt>
    <dgm:pt modelId="{73B9F281-359C-4F08-8B84-7EA923D5D544}" type="pres">
      <dgm:prSet presAssocID="{3793EBBF-558A-4B75-80D3-52DC0B58E18B}" presName="iconBgRect" presStyleLbl="bgShp" presStyleIdx="3" presStyleCnt="4"/>
      <dgm:spPr/>
    </dgm:pt>
    <dgm:pt modelId="{718AB9C0-67C3-4F5A-B8F6-BFD716D702B1}" type="pres">
      <dgm:prSet presAssocID="{3793EBBF-558A-4B75-80D3-52DC0B58E1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C0B689-D4DC-4400-BAB4-D02D0773D3BC}" type="pres">
      <dgm:prSet presAssocID="{3793EBBF-558A-4B75-80D3-52DC0B58E18B}" presName="spaceRect" presStyleCnt="0"/>
      <dgm:spPr/>
    </dgm:pt>
    <dgm:pt modelId="{7B6ED444-C40E-43C2-BEEB-EC77399D13BE}" type="pres">
      <dgm:prSet presAssocID="{3793EBBF-558A-4B75-80D3-52DC0B58E18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440805-CD31-4B68-8099-EA8EC9F23DB4}" srcId="{D3CE0FEA-920D-4FD7-973A-6F3D3715DEA6}" destId="{157F0DBC-939E-4148-B320-99F7EE7525B3}" srcOrd="1" destOrd="0" parTransId="{68423758-6A72-4D5E-9FCF-DC24CA3D456D}" sibTransId="{9950F4E6-FCC2-49A7-BDF3-B8C6DFC07578}"/>
    <dgm:cxn modelId="{5002CD66-E6C4-4B54-877F-24D1C509EE8E}" type="presOf" srcId="{3793EBBF-558A-4B75-80D3-52DC0B58E18B}" destId="{7B6ED444-C40E-43C2-BEEB-EC77399D13BE}" srcOrd="0" destOrd="0" presId="urn:microsoft.com/office/officeart/2018/5/layout/IconCircleLabelList"/>
    <dgm:cxn modelId="{69977947-E275-4A0D-AACB-548C8853BF63}" type="presOf" srcId="{CA64E84A-A558-4BB2-B1E7-C7D7CD1FF7DB}" destId="{581A5B90-C32C-45F1-98C9-D82D9F6FFCA7}" srcOrd="0" destOrd="0" presId="urn:microsoft.com/office/officeart/2018/5/layout/IconCircleLabelList"/>
    <dgm:cxn modelId="{3CA0C34B-EA6C-4F0F-9424-425101E5DDB5}" srcId="{D3CE0FEA-920D-4FD7-973A-6F3D3715DEA6}" destId="{F3546BB9-C70A-4764-884A-2D130974AE11}" srcOrd="0" destOrd="0" parTransId="{619EB2F1-64E7-445E-9FF3-90EE89570CDB}" sibTransId="{B622C0A5-398A-4B4A-9E59-579B014CCC86}"/>
    <dgm:cxn modelId="{3B8FEA81-7571-4A5C-A8CE-F1E3E4339502}" type="presOf" srcId="{F3546BB9-C70A-4764-884A-2D130974AE11}" destId="{9C63215A-9B4C-4023-B6DB-E7166ECF663A}" srcOrd="0" destOrd="0" presId="urn:microsoft.com/office/officeart/2018/5/layout/IconCircleLabelList"/>
    <dgm:cxn modelId="{B0A5B583-F139-42A3-8671-D4D644016B6B}" type="presOf" srcId="{157F0DBC-939E-4148-B320-99F7EE7525B3}" destId="{69C5D1FC-E158-4984-BCDF-BB21EDE40332}" srcOrd="0" destOrd="0" presId="urn:microsoft.com/office/officeart/2018/5/layout/IconCircleLabelList"/>
    <dgm:cxn modelId="{C04847C5-1809-4960-A442-83961E02BA18}" srcId="{D3CE0FEA-920D-4FD7-973A-6F3D3715DEA6}" destId="{CA64E84A-A558-4BB2-B1E7-C7D7CD1FF7DB}" srcOrd="2" destOrd="0" parTransId="{342F31C3-5145-4B24-AB15-F5E5960694B0}" sibTransId="{9B9A454A-0056-4F2D-8C10-7A221D191FBE}"/>
    <dgm:cxn modelId="{91D020DC-A734-4700-A079-102A4D6A1718}" srcId="{D3CE0FEA-920D-4FD7-973A-6F3D3715DEA6}" destId="{3793EBBF-558A-4B75-80D3-52DC0B58E18B}" srcOrd="3" destOrd="0" parTransId="{F7A011EA-50BF-4238-A08F-6A1320716DAE}" sibTransId="{CCAA0DB1-94AE-45BC-AFCC-0437F3AB2EB0}"/>
    <dgm:cxn modelId="{6A7314FB-CB86-4855-827D-D3754BC785C7}" type="presOf" srcId="{D3CE0FEA-920D-4FD7-973A-6F3D3715DEA6}" destId="{36AEAE0C-77D9-4D8A-AC03-15CBB50CD91D}" srcOrd="0" destOrd="0" presId="urn:microsoft.com/office/officeart/2018/5/layout/IconCircleLabelList"/>
    <dgm:cxn modelId="{C98AAB56-B140-4FCE-A309-662493516F62}" type="presParOf" srcId="{36AEAE0C-77D9-4D8A-AC03-15CBB50CD91D}" destId="{DFA4CA63-1EEA-4B88-B056-D9A3F2B44D1E}" srcOrd="0" destOrd="0" presId="urn:microsoft.com/office/officeart/2018/5/layout/IconCircleLabelList"/>
    <dgm:cxn modelId="{7ABA8E3B-5E05-4DE8-899C-2867D5734222}" type="presParOf" srcId="{DFA4CA63-1EEA-4B88-B056-D9A3F2B44D1E}" destId="{8A909893-540D-4D9C-B055-AD4AC192902D}" srcOrd="0" destOrd="0" presId="urn:microsoft.com/office/officeart/2018/5/layout/IconCircleLabelList"/>
    <dgm:cxn modelId="{F054E904-F286-4B92-8172-5C173768DFAA}" type="presParOf" srcId="{DFA4CA63-1EEA-4B88-B056-D9A3F2B44D1E}" destId="{88DE2525-99A3-4090-9CA6-BEB7FD1D20D1}" srcOrd="1" destOrd="0" presId="urn:microsoft.com/office/officeart/2018/5/layout/IconCircleLabelList"/>
    <dgm:cxn modelId="{3E4151AB-C8C7-4D3D-AF12-84446FB96857}" type="presParOf" srcId="{DFA4CA63-1EEA-4B88-B056-D9A3F2B44D1E}" destId="{3C5738D7-427A-4205-8B20-641D5A5EDF8B}" srcOrd="2" destOrd="0" presId="urn:microsoft.com/office/officeart/2018/5/layout/IconCircleLabelList"/>
    <dgm:cxn modelId="{82269A65-0442-4BB7-A6A7-37C2C53EB934}" type="presParOf" srcId="{DFA4CA63-1EEA-4B88-B056-D9A3F2B44D1E}" destId="{9C63215A-9B4C-4023-B6DB-E7166ECF663A}" srcOrd="3" destOrd="0" presId="urn:microsoft.com/office/officeart/2018/5/layout/IconCircleLabelList"/>
    <dgm:cxn modelId="{CD0AE260-9191-4E98-AAA3-C5416F85F210}" type="presParOf" srcId="{36AEAE0C-77D9-4D8A-AC03-15CBB50CD91D}" destId="{88CFB748-058E-45CA-9A7F-F4FC8143CE24}" srcOrd="1" destOrd="0" presId="urn:microsoft.com/office/officeart/2018/5/layout/IconCircleLabelList"/>
    <dgm:cxn modelId="{309DAE04-8AFA-4878-A6A3-87917B5CAE19}" type="presParOf" srcId="{36AEAE0C-77D9-4D8A-AC03-15CBB50CD91D}" destId="{894DB7A6-DC0E-4BED-9BE3-8BF76124648C}" srcOrd="2" destOrd="0" presId="urn:microsoft.com/office/officeart/2018/5/layout/IconCircleLabelList"/>
    <dgm:cxn modelId="{32BE1C24-0EC8-4682-B265-8BEFE728FDCA}" type="presParOf" srcId="{894DB7A6-DC0E-4BED-9BE3-8BF76124648C}" destId="{96FAAD4B-8CDF-4FB6-ACB5-EF5FA7BD4F2C}" srcOrd="0" destOrd="0" presId="urn:microsoft.com/office/officeart/2018/5/layout/IconCircleLabelList"/>
    <dgm:cxn modelId="{B7ED8AD4-32E4-48A3-9A56-55A6F59B660D}" type="presParOf" srcId="{894DB7A6-DC0E-4BED-9BE3-8BF76124648C}" destId="{D289059F-5E37-4A75-A21C-5CA9214ABBC1}" srcOrd="1" destOrd="0" presId="urn:microsoft.com/office/officeart/2018/5/layout/IconCircleLabelList"/>
    <dgm:cxn modelId="{EC786746-4D6A-4992-AAC8-B0520097E499}" type="presParOf" srcId="{894DB7A6-DC0E-4BED-9BE3-8BF76124648C}" destId="{EC8DFA59-160B-4981-868B-DAB54F593DE1}" srcOrd="2" destOrd="0" presId="urn:microsoft.com/office/officeart/2018/5/layout/IconCircleLabelList"/>
    <dgm:cxn modelId="{241F48FE-2BE7-469B-B596-4DB44DB6753F}" type="presParOf" srcId="{894DB7A6-DC0E-4BED-9BE3-8BF76124648C}" destId="{69C5D1FC-E158-4984-BCDF-BB21EDE40332}" srcOrd="3" destOrd="0" presId="urn:microsoft.com/office/officeart/2018/5/layout/IconCircleLabelList"/>
    <dgm:cxn modelId="{5CB0217D-A230-420F-9118-A94983D6DF8F}" type="presParOf" srcId="{36AEAE0C-77D9-4D8A-AC03-15CBB50CD91D}" destId="{EECCCB33-7847-4776-8928-069998157A27}" srcOrd="3" destOrd="0" presId="urn:microsoft.com/office/officeart/2018/5/layout/IconCircleLabelList"/>
    <dgm:cxn modelId="{491B6076-7F73-43BD-8A8A-16B68B320483}" type="presParOf" srcId="{36AEAE0C-77D9-4D8A-AC03-15CBB50CD91D}" destId="{41978212-9BA2-4C4A-8EE4-82168BD3BEEC}" srcOrd="4" destOrd="0" presId="urn:microsoft.com/office/officeart/2018/5/layout/IconCircleLabelList"/>
    <dgm:cxn modelId="{7DBD533A-4B6B-4A93-B78F-73CCC83668C8}" type="presParOf" srcId="{41978212-9BA2-4C4A-8EE4-82168BD3BEEC}" destId="{EFCEE2F0-98BD-4D98-9199-7ABC10F0B03C}" srcOrd="0" destOrd="0" presId="urn:microsoft.com/office/officeart/2018/5/layout/IconCircleLabelList"/>
    <dgm:cxn modelId="{0FD5FA55-1053-4D9E-83AE-E88DFD48BEAB}" type="presParOf" srcId="{41978212-9BA2-4C4A-8EE4-82168BD3BEEC}" destId="{E2DAC1CB-E8C5-4842-B1C7-5340AF70100B}" srcOrd="1" destOrd="0" presId="urn:microsoft.com/office/officeart/2018/5/layout/IconCircleLabelList"/>
    <dgm:cxn modelId="{F6B9CE4B-C020-4D01-82ED-FBB876123927}" type="presParOf" srcId="{41978212-9BA2-4C4A-8EE4-82168BD3BEEC}" destId="{9375E0E1-25AA-4202-9A85-A5350B5FEB54}" srcOrd="2" destOrd="0" presId="urn:microsoft.com/office/officeart/2018/5/layout/IconCircleLabelList"/>
    <dgm:cxn modelId="{F24EF93B-78F8-43B5-8951-510BD0FC4074}" type="presParOf" srcId="{41978212-9BA2-4C4A-8EE4-82168BD3BEEC}" destId="{581A5B90-C32C-45F1-98C9-D82D9F6FFCA7}" srcOrd="3" destOrd="0" presId="urn:microsoft.com/office/officeart/2018/5/layout/IconCircleLabelList"/>
    <dgm:cxn modelId="{1EDAAD01-F572-4B6F-B74E-F05E078B3B92}" type="presParOf" srcId="{36AEAE0C-77D9-4D8A-AC03-15CBB50CD91D}" destId="{695984FC-23D5-4B69-8D2B-08B8C1FEA368}" srcOrd="5" destOrd="0" presId="urn:microsoft.com/office/officeart/2018/5/layout/IconCircleLabelList"/>
    <dgm:cxn modelId="{D954A9EE-A8B0-41FC-9F52-39A73E466890}" type="presParOf" srcId="{36AEAE0C-77D9-4D8A-AC03-15CBB50CD91D}" destId="{3729A2AE-BD94-4CCC-B2CE-272B21242757}" srcOrd="6" destOrd="0" presId="urn:microsoft.com/office/officeart/2018/5/layout/IconCircleLabelList"/>
    <dgm:cxn modelId="{1FC9E42F-0A6B-48D5-B664-1404D19A38FA}" type="presParOf" srcId="{3729A2AE-BD94-4CCC-B2CE-272B21242757}" destId="{73B9F281-359C-4F08-8B84-7EA923D5D544}" srcOrd="0" destOrd="0" presId="urn:microsoft.com/office/officeart/2018/5/layout/IconCircleLabelList"/>
    <dgm:cxn modelId="{7142194B-E92D-4D16-8D7F-76E4D31A9550}" type="presParOf" srcId="{3729A2AE-BD94-4CCC-B2CE-272B21242757}" destId="{718AB9C0-67C3-4F5A-B8F6-BFD716D702B1}" srcOrd="1" destOrd="0" presId="urn:microsoft.com/office/officeart/2018/5/layout/IconCircleLabelList"/>
    <dgm:cxn modelId="{F0CD7DE5-AEC9-4FDE-A86B-B2E91C87D0F2}" type="presParOf" srcId="{3729A2AE-BD94-4CCC-B2CE-272B21242757}" destId="{9BC0B689-D4DC-4400-BAB4-D02D0773D3BC}" srcOrd="2" destOrd="0" presId="urn:microsoft.com/office/officeart/2018/5/layout/IconCircleLabelList"/>
    <dgm:cxn modelId="{C7F366C4-B87D-4E6B-B787-81264160C6E9}" type="presParOf" srcId="{3729A2AE-BD94-4CCC-B2CE-272B21242757}" destId="{7B6ED444-C40E-43C2-BEEB-EC77399D13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C00EE-158F-4CEE-AAC5-3407BE882DC2}">
      <dsp:nvSpPr>
        <dsp:cNvPr id="0" name=""/>
        <dsp:cNvSpPr/>
      </dsp:nvSpPr>
      <dsp:spPr>
        <a:xfrm>
          <a:off x="443299" y="8317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2AAB9-0930-428A-A3CC-44FB2600A09D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C3B44-26B7-4788-8E38-673C4A372726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Web-based e-commerce platform for consumer electronics</a:t>
          </a:r>
        </a:p>
      </dsp:txBody>
      <dsp:txXfrm>
        <a:off x="26487" y="2541741"/>
        <a:ext cx="2137500" cy="720000"/>
      </dsp:txXfrm>
    </dsp:sp>
    <dsp:sp modelId="{9BD892C7-30C8-4669-8459-C399EAB498AD}">
      <dsp:nvSpPr>
        <dsp:cNvPr id="0" name=""/>
        <dsp:cNvSpPr/>
      </dsp:nvSpPr>
      <dsp:spPr>
        <a:xfrm>
          <a:off x="2954862" y="8317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505B3-DEE2-4E8B-B69B-06F176304B3C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1AFDE-E4D5-41E9-A37E-388E62CE11C1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Secure login, product catalog, shopping cart and checkout</a:t>
          </a:r>
        </a:p>
      </dsp:txBody>
      <dsp:txXfrm>
        <a:off x="2538049" y="2541741"/>
        <a:ext cx="2137500" cy="720000"/>
      </dsp:txXfrm>
    </dsp:sp>
    <dsp:sp modelId="{CBC42A19-E3E1-4F9F-8646-2B9DB069F884}">
      <dsp:nvSpPr>
        <dsp:cNvPr id="0" name=""/>
        <dsp:cNvSpPr/>
      </dsp:nvSpPr>
      <dsp:spPr>
        <a:xfrm>
          <a:off x="5466424" y="8317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5EAE1-AC27-421D-9B29-E8D7710D9A63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5F577-4F18-4FC9-90B9-C5246AD6291D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Integrated QA automation using Selenium and Python</a:t>
          </a:r>
        </a:p>
      </dsp:txBody>
      <dsp:txXfrm>
        <a:off x="5049612" y="2541741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CBBA6-3788-45E1-AF85-28632E41F0FF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40D9E-F39E-4EF1-BE91-1E5B7D1C0C5D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24433-A8E9-4664-B8BE-7FAA3A894B61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Automates gadget retail operations</a:t>
          </a:r>
        </a:p>
      </dsp:txBody>
      <dsp:txXfrm>
        <a:off x="1350519" y="499"/>
        <a:ext cx="5863080" cy="1169280"/>
      </dsp:txXfrm>
    </dsp:sp>
    <dsp:sp modelId="{9B1508DB-1394-492A-A27D-27478C1DDD01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F1C88-A4EA-4167-A76B-762A5E97E6BE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90206-A254-4291-AB4D-FBEDA5A95388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Replaces manual inventory and order tracking</a:t>
          </a:r>
        </a:p>
      </dsp:txBody>
      <dsp:txXfrm>
        <a:off x="1350519" y="1462100"/>
        <a:ext cx="5863080" cy="1169280"/>
      </dsp:txXfrm>
    </dsp:sp>
    <dsp:sp modelId="{9E631580-25BE-47C0-A2EF-CE79BAEE31C6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BA324-1664-48F2-AE2F-D38F8F5CA73B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27972-4FB4-4623-BE5F-6D898F128EFF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stock management and secure transactions</a:t>
          </a:r>
        </a:p>
      </dsp:txBody>
      <dsp:txXfrm>
        <a:off x="1350519" y="2923701"/>
        <a:ext cx="5863080" cy="1169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C214E-CE67-48CE-9B99-69135B052865}">
      <dsp:nvSpPr>
        <dsp:cNvPr id="0" name=""/>
        <dsp:cNvSpPr/>
      </dsp:nvSpPr>
      <dsp:spPr>
        <a:xfrm>
          <a:off x="443299" y="8317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AC427-A725-402B-8489-3BD8156972BF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6CAB1-9031-46DB-9E88-C759C66D2A14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Manual sales systems are slow and error-prone</a:t>
          </a:r>
        </a:p>
      </dsp:txBody>
      <dsp:txXfrm>
        <a:off x="26487" y="2541741"/>
        <a:ext cx="2137500" cy="720000"/>
      </dsp:txXfrm>
    </dsp:sp>
    <dsp:sp modelId="{AC97919A-734C-43E5-88A6-DB2A2780FACA}">
      <dsp:nvSpPr>
        <dsp:cNvPr id="0" name=""/>
        <dsp:cNvSpPr/>
      </dsp:nvSpPr>
      <dsp:spPr>
        <a:xfrm>
          <a:off x="2954862" y="8317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05694-D926-4C47-BA51-2EF874A3D919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8B1AB-E355-4E7F-AE2A-75126BDECBA8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Difficult to maintain secure authentication</a:t>
          </a:r>
        </a:p>
      </dsp:txBody>
      <dsp:txXfrm>
        <a:off x="2538049" y="2541741"/>
        <a:ext cx="2137500" cy="720000"/>
      </dsp:txXfrm>
    </dsp:sp>
    <dsp:sp modelId="{772520A7-9E18-4E72-8A18-94BFCAAE3C69}">
      <dsp:nvSpPr>
        <dsp:cNvPr id="0" name=""/>
        <dsp:cNvSpPr/>
      </dsp:nvSpPr>
      <dsp:spPr>
        <a:xfrm>
          <a:off x="5466424" y="8317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EE959-80F2-43C6-B2C5-265D2A0619D1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40283-669C-4F86-804D-E38D3ED67672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Systems vulnerable to common web threats without automation</a:t>
          </a:r>
        </a:p>
      </dsp:txBody>
      <dsp:txXfrm>
        <a:off x="5049612" y="2541741"/>
        <a:ext cx="21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FD537-66D2-4953-BAFD-4E92CDBD8AA6}">
      <dsp:nvSpPr>
        <dsp:cNvPr id="0" name=""/>
        <dsp:cNvSpPr/>
      </dsp:nvSpPr>
      <dsp:spPr>
        <a:xfrm>
          <a:off x="443299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455E2-C136-49B5-8B87-AE9B9CF1A600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4429F-8645-49B8-9050-117C4913F92C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Develop a secure e-commerce platform</a:t>
          </a:r>
        </a:p>
      </dsp:txBody>
      <dsp:txXfrm>
        <a:off x="26487" y="2541741"/>
        <a:ext cx="2137500" cy="720000"/>
      </dsp:txXfrm>
    </dsp:sp>
    <dsp:sp modelId="{29F24A3E-ED04-41B5-BD67-90A03A612605}">
      <dsp:nvSpPr>
        <dsp:cNvPr id="0" name=""/>
        <dsp:cNvSpPr/>
      </dsp:nvSpPr>
      <dsp:spPr>
        <a:xfrm>
          <a:off x="2954862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4EF862-7F12-495A-A4AC-3D0504C8205D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52F9C-A356-47AD-9F91-02201283FB0E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Bridge frontend interface with backend database</a:t>
          </a:r>
        </a:p>
      </dsp:txBody>
      <dsp:txXfrm>
        <a:off x="2538049" y="2541741"/>
        <a:ext cx="2137500" cy="720000"/>
      </dsp:txXfrm>
    </dsp:sp>
    <dsp:sp modelId="{4687F922-3C28-4F8A-955A-6FBBDFCCF214}">
      <dsp:nvSpPr>
        <dsp:cNvPr id="0" name=""/>
        <dsp:cNvSpPr/>
      </dsp:nvSpPr>
      <dsp:spPr>
        <a:xfrm>
          <a:off x="5466424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D3CDD-600D-43C7-9525-ACC3C1EE7FD1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4B08F-12AE-4B6B-9D27-70F10A7F820C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Ensure fast, accurate and secure transactions</a:t>
          </a:r>
        </a:p>
      </dsp:txBody>
      <dsp:txXfrm>
        <a:off x="5049612" y="2541741"/>
        <a:ext cx="21375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065A-C1D1-487F-A09D-9D28D0FB30F6}">
      <dsp:nvSpPr>
        <dsp:cNvPr id="0" name=""/>
        <dsp:cNvSpPr/>
      </dsp:nvSpPr>
      <dsp:spPr>
        <a:xfrm>
          <a:off x="153560" y="784462"/>
          <a:ext cx="914333" cy="9143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7E064-114E-44DA-99A6-0751F9F3F1C9}">
      <dsp:nvSpPr>
        <dsp:cNvPr id="0" name=""/>
        <dsp:cNvSpPr/>
      </dsp:nvSpPr>
      <dsp:spPr>
        <a:xfrm>
          <a:off x="345570" y="976471"/>
          <a:ext cx="530313" cy="5303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9AEA7-019C-4D6D-9E5B-C219712725C1}">
      <dsp:nvSpPr>
        <dsp:cNvPr id="0" name=""/>
        <dsp:cNvSpPr/>
      </dsp:nvSpPr>
      <dsp:spPr>
        <a:xfrm>
          <a:off x="1263821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 Page Object Model for testing</a:t>
          </a:r>
        </a:p>
      </dsp:txBody>
      <dsp:txXfrm>
        <a:off x="1263821" y="784462"/>
        <a:ext cx="2155213" cy="914333"/>
      </dsp:txXfrm>
    </dsp:sp>
    <dsp:sp modelId="{8D3E176D-98FC-48B7-AC1B-1FE9964CFD13}">
      <dsp:nvSpPr>
        <dsp:cNvPr id="0" name=""/>
        <dsp:cNvSpPr/>
      </dsp:nvSpPr>
      <dsp:spPr>
        <a:xfrm>
          <a:off x="3794564" y="784462"/>
          <a:ext cx="914333" cy="9143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6BB14-0C39-43F1-86EE-9B5F7828F040}">
      <dsp:nvSpPr>
        <dsp:cNvPr id="0" name=""/>
        <dsp:cNvSpPr/>
      </dsp:nvSpPr>
      <dsp:spPr>
        <a:xfrm>
          <a:off x="3986574" y="976471"/>
          <a:ext cx="530313" cy="5303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B15F-E7D7-43B6-8D14-76BF266BA0D0}">
      <dsp:nvSpPr>
        <dsp:cNvPr id="0" name=""/>
        <dsp:cNvSpPr/>
      </dsp:nvSpPr>
      <dsp:spPr>
        <a:xfrm>
          <a:off x="4904826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 tests using GitHub Actions</a:t>
          </a:r>
        </a:p>
      </dsp:txBody>
      <dsp:txXfrm>
        <a:off x="4904826" y="784462"/>
        <a:ext cx="2155213" cy="914333"/>
      </dsp:txXfrm>
    </dsp:sp>
    <dsp:sp modelId="{B0713E00-9CDC-418F-8884-0CE1B901E935}">
      <dsp:nvSpPr>
        <dsp:cNvPr id="0" name=""/>
        <dsp:cNvSpPr/>
      </dsp:nvSpPr>
      <dsp:spPr>
        <a:xfrm>
          <a:off x="153560" y="2394686"/>
          <a:ext cx="914333" cy="9143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FDED2-C2C8-4621-80EE-FF209EE91380}">
      <dsp:nvSpPr>
        <dsp:cNvPr id="0" name=""/>
        <dsp:cNvSpPr/>
      </dsp:nvSpPr>
      <dsp:spPr>
        <a:xfrm>
          <a:off x="345570" y="2586696"/>
          <a:ext cx="530313" cy="5303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56DDB-89CE-43E1-91D4-CE8051E2DA2D}">
      <dsp:nvSpPr>
        <dsp:cNvPr id="0" name=""/>
        <dsp:cNvSpPr/>
      </dsp:nvSpPr>
      <dsp:spPr>
        <a:xfrm>
          <a:off x="1263821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 cross-browser testing utilities</a:t>
          </a:r>
        </a:p>
      </dsp:txBody>
      <dsp:txXfrm>
        <a:off x="1263821" y="2394686"/>
        <a:ext cx="2155213" cy="914333"/>
      </dsp:txXfrm>
    </dsp:sp>
    <dsp:sp modelId="{08063BCB-67E1-498D-B5F1-800070DC2E9E}">
      <dsp:nvSpPr>
        <dsp:cNvPr id="0" name=""/>
        <dsp:cNvSpPr/>
      </dsp:nvSpPr>
      <dsp:spPr>
        <a:xfrm>
          <a:off x="3794564" y="2394686"/>
          <a:ext cx="914333" cy="9143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FC73E-4264-4EBA-99E0-0B58B12DBA8D}">
      <dsp:nvSpPr>
        <dsp:cNvPr id="0" name=""/>
        <dsp:cNvSpPr/>
      </dsp:nvSpPr>
      <dsp:spPr>
        <a:xfrm>
          <a:off x="3986574" y="2586696"/>
          <a:ext cx="530313" cy="5303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D06D1-0897-4965-BE6D-C154E0715A11}">
      <dsp:nvSpPr>
        <dsp:cNvPr id="0" name=""/>
        <dsp:cNvSpPr/>
      </dsp:nvSpPr>
      <dsp:spPr>
        <a:xfrm>
          <a:off x="4904826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 input validation and security testing</a:t>
          </a:r>
        </a:p>
      </dsp:txBody>
      <dsp:txXfrm>
        <a:off x="4904826" y="2394686"/>
        <a:ext cx="2155213" cy="9143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841E7-BB1E-4B9B-A9AB-BF42684D4DE1}">
      <dsp:nvSpPr>
        <dsp:cNvPr id="0" name=""/>
        <dsp:cNvSpPr/>
      </dsp:nvSpPr>
      <dsp:spPr>
        <a:xfrm>
          <a:off x="0" y="607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50644-D5CE-4D7B-B0CF-B970A13A9DEF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8AC9B-B975-4510-87CA-6AABFCB092DC}">
      <dsp:nvSpPr>
        <dsp:cNvPr id="0" name=""/>
        <dsp:cNvSpPr/>
      </dsp:nvSpPr>
      <dsp:spPr>
        <a:xfrm>
          <a:off x="1642860" y="607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Transform traditional electronics store to digital platform</a:t>
          </a:r>
        </a:p>
      </dsp:txBody>
      <dsp:txXfrm>
        <a:off x="1642860" y="607"/>
        <a:ext cx="3328742" cy="1422390"/>
      </dsp:txXfrm>
    </dsp:sp>
    <dsp:sp modelId="{CC005CEA-0B19-43D1-9695-5496699480F9}">
      <dsp:nvSpPr>
        <dsp:cNvPr id="0" name=""/>
        <dsp:cNvSpPr/>
      </dsp:nvSpPr>
      <dsp:spPr>
        <a:xfrm>
          <a:off x="0" y="1778595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B636C-EB24-40C8-B2C8-C6D9396A0200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0DEA1-32A8-4E0D-B130-18FFC14697AC}">
      <dsp:nvSpPr>
        <dsp:cNvPr id="0" name=""/>
        <dsp:cNvSpPr/>
      </dsp:nvSpPr>
      <dsp:spPr>
        <a:xfrm>
          <a:off x="1642860" y="1778595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 24/7 access to gadget catalog</a:t>
          </a:r>
        </a:p>
      </dsp:txBody>
      <dsp:txXfrm>
        <a:off x="1642860" y="1778595"/>
        <a:ext cx="3328742" cy="1422390"/>
      </dsp:txXfrm>
    </dsp:sp>
    <dsp:sp modelId="{495FD5CB-5EBA-4938-85EF-B231833A8B64}">
      <dsp:nvSpPr>
        <dsp:cNvPr id="0" name=""/>
        <dsp:cNvSpPr/>
      </dsp:nvSpPr>
      <dsp:spPr>
        <a:xfrm>
          <a:off x="0" y="3556583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8EF16-7BB1-4422-A41E-4D5CA2A130A1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0515E-F6C1-4CAE-AAAE-8DBE5AA4C015}">
      <dsp:nvSpPr>
        <dsp:cNvPr id="0" name=""/>
        <dsp:cNvSpPr/>
      </dsp:nvSpPr>
      <dsp:spPr>
        <a:xfrm>
          <a:off x="1642860" y="3556583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Allow administrators to monitor system health</a:t>
          </a:r>
        </a:p>
      </dsp:txBody>
      <dsp:txXfrm>
        <a:off x="1642860" y="3556583"/>
        <a:ext cx="3328742" cy="14223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DF97E-73D0-40F4-B109-4A9AA0FDE9CA}">
      <dsp:nvSpPr>
        <dsp:cNvPr id="0" name=""/>
        <dsp:cNvSpPr/>
      </dsp:nvSpPr>
      <dsp:spPr>
        <a:xfrm>
          <a:off x="477676" y="122979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CA3EF-1246-495D-B83B-880E55118903}">
      <dsp:nvSpPr>
        <dsp:cNvPr id="0" name=""/>
        <dsp:cNvSpPr/>
      </dsp:nvSpPr>
      <dsp:spPr>
        <a:xfrm>
          <a:off x="770176" y="152229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95738-BA47-4DD7-A5BE-ABCCC4D7BE13}">
      <dsp:nvSpPr>
        <dsp:cNvPr id="0" name=""/>
        <dsp:cNvSpPr/>
      </dsp:nvSpPr>
      <dsp:spPr>
        <a:xfrm>
          <a:off x="38926" y="302979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Admin: Manage inventory, monitor logs, manage users</a:t>
          </a:r>
        </a:p>
      </dsp:txBody>
      <dsp:txXfrm>
        <a:off x="38926" y="3029790"/>
        <a:ext cx="2250000" cy="720000"/>
      </dsp:txXfrm>
    </dsp:sp>
    <dsp:sp modelId="{2DD62E68-24AF-4FF9-8361-3C65548F40FC}">
      <dsp:nvSpPr>
        <dsp:cNvPr id="0" name=""/>
        <dsp:cNvSpPr/>
      </dsp:nvSpPr>
      <dsp:spPr>
        <a:xfrm>
          <a:off x="3121426" y="122979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9E269-5130-475C-BD0D-612E0922009C}">
      <dsp:nvSpPr>
        <dsp:cNvPr id="0" name=""/>
        <dsp:cNvSpPr/>
      </dsp:nvSpPr>
      <dsp:spPr>
        <a:xfrm>
          <a:off x="3413926" y="152229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8542A-465C-4AAC-B206-D8B082E09D59}">
      <dsp:nvSpPr>
        <dsp:cNvPr id="0" name=""/>
        <dsp:cNvSpPr/>
      </dsp:nvSpPr>
      <dsp:spPr>
        <a:xfrm>
          <a:off x="2682676" y="302979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User: Register, browse gadgets, manage cart, checkout orders</a:t>
          </a:r>
        </a:p>
      </dsp:txBody>
      <dsp:txXfrm>
        <a:off x="2682676" y="3029790"/>
        <a:ext cx="225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7A460-DF50-4FAF-B7D7-C844486CFE3F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DBCCF-88A7-4AB7-9344-08961CE814CB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A2BCE-664B-4F32-A572-3D5C70B7EA17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Three-tier architecture</a:t>
          </a:r>
        </a:p>
      </dsp:txBody>
      <dsp:txXfrm>
        <a:off x="994536" y="1698"/>
        <a:ext cx="6219063" cy="861070"/>
      </dsp:txXfrm>
    </dsp:sp>
    <dsp:sp modelId="{163C141D-27B0-4C1E-95F0-2319F8628793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DD294-471E-4604-819B-BA93E1D2DBEC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C4B51-5723-4C40-8AE2-FB0C0F9ADD11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Presentation Layer: HTML, CSS, JavaScript</a:t>
          </a:r>
        </a:p>
      </dsp:txBody>
      <dsp:txXfrm>
        <a:off x="994536" y="1078036"/>
        <a:ext cx="6219063" cy="861070"/>
      </dsp:txXfrm>
    </dsp:sp>
    <dsp:sp modelId="{E4280A82-6BAE-491B-941E-1D58B7DDEC9A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25887-B175-43D9-AF91-F1DC4B5B241E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9F3EF-CD09-48FF-977E-0794C08C1C9B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Logic Layer: Python backend</a:t>
          </a:r>
        </a:p>
      </dsp:txBody>
      <dsp:txXfrm>
        <a:off x="994536" y="2154374"/>
        <a:ext cx="6219063" cy="861070"/>
      </dsp:txXfrm>
    </dsp:sp>
    <dsp:sp modelId="{876F48D8-2B97-48BE-A4F4-239459903BC3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7A650-5639-467F-A34E-9FCBBE3E493B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579A6-AB88-4199-903B-AF7F2615319F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Layer: MySQL database</a:t>
          </a:r>
        </a:p>
      </dsp:txBody>
      <dsp:txXfrm>
        <a:off x="994536" y="3230712"/>
        <a:ext cx="6219063" cy="8610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7F4B7-DBBE-4C4B-8CE1-32F03D9CC556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B29B3-594A-4C3C-940D-53889F8E28D9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2B55B-D6F4-42CC-BD4F-CE5A95F1C1AC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users table: credentials and profiles</a:t>
          </a:r>
        </a:p>
      </dsp:txBody>
      <dsp:txXfrm>
        <a:off x="994536" y="1698"/>
        <a:ext cx="6219063" cy="861070"/>
      </dsp:txXfrm>
    </dsp:sp>
    <dsp:sp modelId="{A489B599-AD5D-4146-B0A0-B6269E606752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05A71-16B8-41F8-95AC-D2172D7D7F56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47675-AE90-42B1-8E3B-72D02B981987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products table: gadget inventory</a:t>
          </a:r>
        </a:p>
      </dsp:txBody>
      <dsp:txXfrm>
        <a:off x="994536" y="1078036"/>
        <a:ext cx="6219063" cy="861070"/>
      </dsp:txXfrm>
    </dsp:sp>
    <dsp:sp modelId="{83CBAB02-2696-4FB1-AB99-816E1EFFBD81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033DB5-D0A6-468F-A1B8-610C98124D44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B3FCB-4036-48C3-859C-72EF2CDCEE93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cart_items table: user cart data</a:t>
          </a:r>
        </a:p>
      </dsp:txBody>
      <dsp:txXfrm>
        <a:off x="994536" y="2154374"/>
        <a:ext cx="6219063" cy="861070"/>
      </dsp:txXfrm>
    </dsp:sp>
    <dsp:sp modelId="{DEB0F470-2E99-4453-8BA2-29A06C97302E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176DB9-95EE-4ADC-870B-C21C605BAAB8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ED49E-AF84-432D-A20E-484AC68BA4F5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system_logs table: security and activity logs</a:t>
          </a:r>
        </a:p>
      </dsp:txBody>
      <dsp:txXfrm>
        <a:off x="994536" y="3230712"/>
        <a:ext cx="6219063" cy="8610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9717B-342F-47D5-A70B-E4CC39410615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230FF-B8C9-4526-BED7-F5B86632FF1F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2C285-1DD4-4E96-8BE4-CDE66DCFB3C7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33 Selenium test cases executed</a:t>
          </a:r>
        </a:p>
      </dsp:txBody>
      <dsp:txXfrm>
        <a:off x="1350519" y="499"/>
        <a:ext cx="5863080" cy="1169280"/>
      </dsp:txXfrm>
    </dsp:sp>
    <dsp:sp modelId="{63BCA761-1995-40EF-B972-EA138C89B63B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64E14-2DB4-43B6-B638-7750193916D0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92676-7BD0-4FBB-8392-7A29CEE626BF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Validates login, form inputs and UI actions</a:t>
          </a:r>
        </a:p>
      </dsp:txBody>
      <dsp:txXfrm>
        <a:off x="1350519" y="1462100"/>
        <a:ext cx="5863080" cy="1169280"/>
      </dsp:txXfrm>
    </dsp:sp>
    <dsp:sp modelId="{FE7F7EA4-4157-403D-A31C-2392D6A86A06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76ED1-44CD-4CA7-A140-046967463110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07B14-F3B6-4DAF-A858-2548C1B3C931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Checks SQL Injection and XSS protection</a:t>
          </a:r>
        </a:p>
      </dsp:txBody>
      <dsp:txXfrm>
        <a:off x="1350519" y="2923701"/>
        <a:ext cx="5863080" cy="11692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55DB0-15E1-449D-9D34-374678A3AFE3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12324-BBAB-40CA-B982-25A88E709572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32B15-E972-41B1-BB0B-6A1B1577115B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Apache JMeter used</a:t>
          </a:r>
        </a:p>
      </dsp:txBody>
      <dsp:txXfrm>
        <a:off x="994536" y="1698"/>
        <a:ext cx="6219063" cy="861070"/>
      </dsp:txXfrm>
    </dsp:sp>
    <dsp:sp modelId="{95ED34F4-BB17-4058-B740-1205B635053B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4C257-F32F-4011-91E8-97DA78294254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E264A-3904-47DF-93D3-D7059A730E37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50–100 concurrent users simulated</a:t>
          </a:r>
        </a:p>
      </dsp:txBody>
      <dsp:txXfrm>
        <a:off x="994536" y="1078036"/>
        <a:ext cx="6219063" cy="861070"/>
      </dsp:txXfrm>
    </dsp:sp>
    <dsp:sp modelId="{80582CBC-5343-4CB0-BE0C-41B843D3A287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7049F0-FD3D-45D2-9F51-E69E2CDD4663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003D6-F2B5-4D8B-90B6-CE508F4048B6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response time: 120 ms</a:t>
          </a:r>
        </a:p>
      </dsp:txBody>
      <dsp:txXfrm>
        <a:off x="994536" y="2154374"/>
        <a:ext cx="6219063" cy="861070"/>
      </dsp:txXfrm>
    </dsp:sp>
    <dsp:sp modelId="{86ACAB53-A837-4A19-8684-350C2C51E34A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990E1-2E73-4BBC-BFD4-47000742700C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BBD6D-372A-4DFA-924A-6BCE35631B50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0% error rate during stress test</a:t>
          </a:r>
        </a:p>
      </dsp:txBody>
      <dsp:txXfrm>
        <a:off x="994536" y="3230712"/>
        <a:ext cx="6219063" cy="86107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09893-540D-4D9C-B055-AD4AC192902D}">
      <dsp:nvSpPr>
        <dsp:cNvPr id="0" name=""/>
        <dsp:cNvSpPr/>
      </dsp:nvSpPr>
      <dsp:spPr>
        <a:xfrm>
          <a:off x="314144" y="1091194"/>
          <a:ext cx="971472" cy="9714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E2525-99A3-4090-9CA6-BEB7FD1D20D1}">
      <dsp:nvSpPr>
        <dsp:cNvPr id="0" name=""/>
        <dsp:cNvSpPr/>
      </dsp:nvSpPr>
      <dsp:spPr>
        <a:xfrm>
          <a:off x="52117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3215A-9B4C-4023-B6DB-E7166ECF663A}">
      <dsp:nvSpPr>
        <dsp:cNvPr id="0" name=""/>
        <dsp:cNvSpPr/>
      </dsp:nvSpPr>
      <dsp:spPr>
        <a:xfrm>
          <a:off x="359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Develop mobile app version</a:t>
          </a:r>
        </a:p>
      </dsp:txBody>
      <dsp:txXfrm>
        <a:off x="3591" y="2365256"/>
        <a:ext cx="1592578" cy="637031"/>
      </dsp:txXfrm>
    </dsp:sp>
    <dsp:sp modelId="{96FAAD4B-8CDF-4FB6-ACB5-EF5FA7BD4F2C}">
      <dsp:nvSpPr>
        <dsp:cNvPr id="0" name=""/>
        <dsp:cNvSpPr/>
      </dsp:nvSpPr>
      <dsp:spPr>
        <a:xfrm>
          <a:off x="2185424" y="1091194"/>
          <a:ext cx="971472" cy="9714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9059F-5E37-4A75-A21C-5CA9214ABBC1}">
      <dsp:nvSpPr>
        <dsp:cNvPr id="0" name=""/>
        <dsp:cNvSpPr/>
      </dsp:nvSpPr>
      <dsp:spPr>
        <a:xfrm>
          <a:off x="239245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5D1FC-E158-4984-BCDF-BB21EDE40332}">
      <dsp:nvSpPr>
        <dsp:cNvPr id="0" name=""/>
        <dsp:cNvSpPr/>
      </dsp:nvSpPr>
      <dsp:spPr>
        <a:xfrm>
          <a:off x="187487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Add analytics dashboard</a:t>
          </a:r>
        </a:p>
      </dsp:txBody>
      <dsp:txXfrm>
        <a:off x="1874871" y="2365256"/>
        <a:ext cx="1592578" cy="637031"/>
      </dsp:txXfrm>
    </dsp:sp>
    <dsp:sp modelId="{EFCEE2F0-98BD-4D98-9199-7ABC10F0B03C}">
      <dsp:nvSpPr>
        <dsp:cNvPr id="0" name=""/>
        <dsp:cNvSpPr/>
      </dsp:nvSpPr>
      <dsp:spPr>
        <a:xfrm>
          <a:off x="4056703" y="1091194"/>
          <a:ext cx="971472" cy="9714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AC1CB-E8C5-4842-B1C7-5340AF70100B}">
      <dsp:nvSpPr>
        <dsp:cNvPr id="0" name=""/>
        <dsp:cNvSpPr/>
      </dsp:nvSpPr>
      <dsp:spPr>
        <a:xfrm>
          <a:off x="4263738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A5B90-C32C-45F1-98C9-D82D9F6FFCA7}">
      <dsp:nvSpPr>
        <dsp:cNvPr id="0" name=""/>
        <dsp:cNvSpPr/>
      </dsp:nvSpPr>
      <dsp:spPr>
        <a:xfrm>
          <a:off x="3746150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Integrate real payment gateway</a:t>
          </a:r>
        </a:p>
      </dsp:txBody>
      <dsp:txXfrm>
        <a:off x="3746150" y="2365256"/>
        <a:ext cx="1592578" cy="637031"/>
      </dsp:txXfrm>
    </dsp:sp>
    <dsp:sp modelId="{73B9F281-359C-4F08-8B84-7EA923D5D544}">
      <dsp:nvSpPr>
        <dsp:cNvPr id="0" name=""/>
        <dsp:cNvSpPr/>
      </dsp:nvSpPr>
      <dsp:spPr>
        <a:xfrm>
          <a:off x="5927982" y="1091194"/>
          <a:ext cx="971472" cy="97147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8AB9C0-67C3-4F5A-B8F6-BFD716D702B1}">
      <dsp:nvSpPr>
        <dsp:cNvPr id="0" name=""/>
        <dsp:cNvSpPr/>
      </dsp:nvSpPr>
      <dsp:spPr>
        <a:xfrm>
          <a:off x="6135017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ED444-C40E-43C2-BEEB-EC77399D13BE}">
      <dsp:nvSpPr>
        <dsp:cNvPr id="0" name=""/>
        <dsp:cNvSpPr/>
      </dsp:nvSpPr>
      <dsp:spPr>
        <a:xfrm>
          <a:off x="5617429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Implement AI product recommendations</a:t>
          </a:r>
        </a:p>
      </dsp:txBody>
      <dsp:txXfrm>
        <a:off x="5617429" y="2365256"/>
        <a:ext cx="1592578" cy="637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1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1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4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9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5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4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8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4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4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7862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0631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98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0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5B97-7AB9-CF62-03DF-404356597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NextGenGadgets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C0526-37E6-E4B5-F1E5-9A411484A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595" y="4572042"/>
            <a:ext cx="5826719" cy="1096899"/>
          </a:xfrm>
        </p:spPr>
        <p:txBody>
          <a:bodyPr/>
          <a:lstStyle/>
          <a:p>
            <a:r>
              <a:rPr lang="en-US" dirty="0"/>
              <a:t>Prudhvi Teja Reddy Kandula</a:t>
            </a:r>
            <a:br>
              <a:rPr lang="en-US" dirty="0"/>
            </a:br>
            <a:r>
              <a:rPr lang="en-US" dirty="0"/>
              <a:t>5805128</a:t>
            </a:r>
          </a:p>
        </p:txBody>
      </p:sp>
    </p:spTree>
    <p:extLst>
      <p:ext uri="{BB962C8B-B14F-4D97-AF65-F5344CB8AC3E}">
        <p14:creationId xmlns:p14="http://schemas.microsoft.com/office/powerpoint/2010/main" val="170595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21BBB1-4A9E-5623-548D-D9CA801C9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18679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5BB04A-B7B6-C8F3-0A54-DECE0EF46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22269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C9F20B-F48C-D6F1-8BA6-3991FCEA46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52424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Project Aim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0E2B26-06BA-7874-7C98-7718FD68E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44279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Objectives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9326B5-0DE6-A523-B5D5-6B80B0BC2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45813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Project Scenario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5C3588-6DFF-7137-7948-65AFAF3BE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798982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User Roles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1C9D82-D9F8-7D54-65AB-4A639B111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38632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System Architecture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1D7B653-71B1-C29E-BDFA-8486273FB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90363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Database Design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F0AF9F-98BB-EE15-62AE-198366E78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83943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JavaScript</a:t>
            </a:r>
          </a:p>
          <a:p>
            <a:r>
              <a:t>Backend: Python</a:t>
            </a:r>
          </a:p>
          <a:p>
            <a:r>
              <a:t>Database: MySQL</a:t>
            </a:r>
          </a:p>
          <a:p>
            <a:r>
              <a:t>IDE: Visual Studio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Testing</a:t>
            </a:r>
          </a:p>
          <a:p>
            <a:r>
              <a:t>Selenium Automation Testing</a:t>
            </a:r>
          </a:p>
          <a:p>
            <a:r>
              <a:t>Katalon Testing</a:t>
            </a:r>
          </a:p>
          <a:p>
            <a:r>
              <a:t>Unit Testing</a:t>
            </a:r>
          </a:p>
          <a:p>
            <a:r>
              <a:t>Security Testing</a:t>
            </a:r>
          </a:p>
          <a:p>
            <a:r>
              <a:t>Performance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Automation Testing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DFFD25-B05E-A23E-3422-F2EFFF0ED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51085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Performance Testing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31CE84-8343-D38A-6B56-3CEDCD2F1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11597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Selenium tests: 33/33 passed</a:t>
            </a:r>
          </a:p>
          <a:p>
            <a:r>
              <a:t>Katalon tests completed successfully</a:t>
            </a:r>
          </a:p>
          <a:p>
            <a:r>
              <a:t>Unit tests validated backend logic</a:t>
            </a:r>
          </a:p>
          <a:p>
            <a:r>
              <a:t>System stable under 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NextGenGadgets successfully implemented</a:t>
            </a:r>
          </a:p>
          <a:p>
            <a:r>
              <a:t>Secure and automated e-commerce system</a:t>
            </a:r>
          </a:p>
          <a:p>
            <a:r>
              <a:t>Improves retail efficiency and user experience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Recommendations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36BB4B-076A-77C8-B949-4B7CBA3584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74213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B9DABE8C-C37E-B4A2-9861-593C0E39E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7763" y="934222"/>
            <a:ext cx="3299450" cy="3299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340</Words>
  <Application>Microsoft Office PowerPoint</Application>
  <PresentationFormat>On-screen Show (4:3)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NextGenGadgets</vt:lpstr>
      <vt:lpstr>Introduction</vt:lpstr>
      <vt:lpstr>Project Overview</vt:lpstr>
      <vt:lpstr>Problem Statement</vt:lpstr>
      <vt:lpstr>Project Aim</vt:lpstr>
      <vt:lpstr>Objectives</vt:lpstr>
      <vt:lpstr>Project Scenario</vt:lpstr>
      <vt:lpstr>User Roles</vt:lpstr>
      <vt:lpstr>System Architecture</vt:lpstr>
      <vt:lpstr>Database Design</vt:lpstr>
      <vt:lpstr>Development Technologies</vt:lpstr>
      <vt:lpstr>Testing Methods</vt:lpstr>
      <vt:lpstr>Automation Testing</vt:lpstr>
      <vt:lpstr>Performance Testing</vt:lpstr>
      <vt:lpstr>Results</vt:lpstr>
      <vt:lpstr>Conclusion</vt:lpstr>
      <vt:lpstr>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Prudhvi Teja Reddy</cp:lastModifiedBy>
  <cp:revision>2</cp:revision>
  <dcterms:created xsi:type="dcterms:W3CDTF">2013-01-27T09:14:16Z</dcterms:created>
  <dcterms:modified xsi:type="dcterms:W3CDTF">2026-03-10T03:50:35Z</dcterms:modified>
  <cp:category/>
</cp:coreProperties>
</file>